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321" r:id="rId31"/>
    <p:sldId id="322" r:id="rId32"/>
    <p:sldId id="288" r:id="rId33"/>
    <p:sldId id="289" r:id="rId34"/>
    <p:sldId id="290" r:id="rId35"/>
    <p:sldId id="291" r:id="rId36"/>
    <p:sldId id="339" r:id="rId37"/>
    <p:sldId id="309" r:id="rId38"/>
    <p:sldId id="314" r:id="rId39"/>
    <p:sldId id="323" r:id="rId40"/>
    <p:sldId id="315" r:id="rId41"/>
    <p:sldId id="324" r:id="rId42"/>
    <p:sldId id="316" r:id="rId43"/>
    <p:sldId id="325" r:id="rId44"/>
    <p:sldId id="317" r:id="rId45"/>
    <p:sldId id="326" r:id="rId46"/>
    <p:sldId id="327" r:id="rId47"/>
    <p:sldId id="328" r:id="rId48"/>
    <p:sldId id="334" r:id="rId49"/>
    <p:sldId id="333" r:id="rId50"/>
    <p:sldId id="335" r:id="rId51"/>
    <p:sldId id="329" r:id="rId52"/>
    <p:sldId id="336" r:id="rId53"/>
    <p:sldId id="330" r:id="rId54"/>
    <p:sldId id="331" r:id="rId55"/>
    <p:sldId id="337" r:id="rId56"/>
    <p:sldId id="332" r:id="rId57"/>
    <p:sldId id="318" r:id="rId58"/>
    <p:sldId id="319" r:id="rId59"/>
    <p:sldId id="320" r:id="rId60"/>
    <p:sldId id="338" r:id="rId61"/>
    <p:sldId id="340" r:id="rId62"/>
    <p:sldId id="341" r:id="rId63"/>
    <p:sldId id="342" r:id="rId64"/>
    <p:sldId id="292" r:id="rId65"/>
    <p:sldId id="293" r:id="rId66"/>
    <p:sldId id="294" r:id="rId67"/>
    <p:sldId id="295" r:id="rId68"/>
    <p:sldId id="296" r:id="rId69"/>
    <p:sldId id="297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257" r:id="rId80"/>
    <p:sldId id="307" r:id="rId81"/>
    <p:sldId id="308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27:13.75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402 297,'-21'0,"21"21,0 1,43-22,-22 0,-21-43,21 43,0-21,0 0,-21 0,21 0,-21 0,0-1,0 1,0 0,0 0,0 0,0-1,0 1,-21 21,21-21,-21 21,21-21,-21 21,0 0,0 0,-1 0,1 0,0 21,0-21,0 42,-1-42,-20 22,21-1,0 21,0-21,-22 1,22-1,0 0,0 0,0 21,21-21,-22 22,1-22,21 0,0 22,-21-22,21 0,0 0,0 0,0 0,42-21,-42 21,43-21,-22 0,0 0,0 0,22-42,-22 42,0-21,0 21,0-42,0 21,1 21,-1-22,-21 1,21 0,0 0,-21 0,21 21,-21-22,22 22,-22-21,21 21,-21-21,0 63,21-42,-21 22,0-1,21-21,-21 21,0 0,21 0,0 1,0-1,1-21,-1 21,0-21,0 0,0 0,1 0,-1 0,0 0,21 0</inkml:trace>
  <inkml:trace contextRef="#ctx0" brushRef="#br0" timeOffset="623.8019">1122 213,'0'-21,"-42"-1,42 1,-22 21,1 0,0 0,21 43,-21-43,0 21,0-21,0 42,-1-21,22 0,0 0,-21 1,21-1,0 0,0 0,0 0,0 1,0-1,0 0,0 0,0 0,21-21,-21 21,43 0,-22-21,0 0,0 0,0 0,0 0,1-42,-1 42,0-21,21-21,-20 21,-22-1,21 1,0 0,-21 0,21 0,-21-1,21 1,-21 0,21 0,-21-21,0 21,21-1,-21 1,0-21,0 21,22-22,-22 22,0-21,0 21,0 0,0-1,0 1,0 0,0 0,0 0,0-1,0 1,-22 21,22 43,0-22,0 0,0 21,0-20,-21-1,21 21,0 0,0-21,0 22,0-1,-21-21,21 22,0-22,0 21,0-21,0 0,0 1,0 20,0-21,0 0,0 1,42-1,-42 0,22 0,-1-21,0 0,0 0,0 0</inkml:trace>
  <inkml:trace contextRef="#ctx0" brushRef="#br0" timeOffset="2031.9899">1164 255,'-21'0,"63"0,1 0,-22-21,0 21,21 0,-21-21,22 21,-22-21,21 21,-21-22,0 22,22 0,-22-21,0 21,0 0,0-21,0 21,0 0,1 0,-22 21,0 22,0-22,0 0,0 0,0 0,0 0,0 0,0 1,0-1,0 0,21-21,-21 21,0 0,21-21,-21 22,21-22,-21 21,21-21,0 0,0 0,0 0,1 0,-22-21,21 21,0-22,0-20,0 21,-21 0,21-1,-21 1,21 0,-21 0,0 0,22 21,-22-21,0 63,0-21,-22-21,22 21,0 22,0-22,0 0,0 0,0 0,43 1,-22-1,0 0,0-21,21 0,-21 21,1-21,20 0,-21 0,21 0,-21 0,22 0,-22 0,21 0,-21 0,21-42,-20 42,-1 0,0-21,0 21,0-22,-21 1,21 0,-21 0,21 21,-21-21,0-1,22 1,-22 0,0 0,-43 21,22 0,0 0,0 0,0 21,0-21,-1 21,1 0,0 1,21-1,-21-21,21 21,-21 0,21 0,0 1,0-1,21 0,21-21,-21 0,1 0,-1 0,0 0,0-42,0 42,-21-22,21 22,-21-21,21 21,-21-21,-21 21,21 21,-21 22,21-22,0 0,21-21,0 0,22 0,-43-42,21 42,0 0,0-22,0 22,0-42,0 42,1-21,-1 0,0-1,21-20,-21 42,0-21,-21 0,22-21,-1 20,0 1,0 0,-21-21,21 20,-21 1,21-21,-21 21,0 0,0-22,0 22,0 0,0-21,0 20,0 1,0-21,0 21,0 0,0-22,0 22,0 0,0-21,0 20,0 1,-21 21,21-21,0 0,-21 21,0 42,21 1,-21-1,21 0,0 1,-21-1,21 0,0 22,0-22,0 1,0 20,-22-21,22 1,0-1,0 0,0 1,0-22,0 21,0-21,0 0,0 22,0-22,0 0,0 0,0 1,0-1</inkml:trace>
  <inkml:trace contextRef="#ctx0" brushRef="#br0" timeOffset="2783.9638">3429 424,'0'-21,"0"0,0 0,0 42,0 0,0 22,0-22,0 0,0 0,0 0,0 0,0 0,0 1,0-1,0 0,0 0,0 0,0 1,21-22,1 0,-1 0,0-22,0 22,-21-21,21 21,0-42,-21 21</inkml:trace>
  <inkml:trace contextRef="#ctx0" brushRef="#br0" timeOffset="3138.7308">3704-62,'0'0,"-21"0,0 0,0 0,0 0,21 21,-22-21,22 21,-21-21,21 21,0 0,0 0,0 0,0 1,0-1,21-21,1 0,-1 0,-21-21,21-1,-21-20,0 21,0 0,-21 21,21 21,0 21</inkml:trace>
  <inkml:trace contextRef="#ctx0" brushRef="#br0" timeOffset="3535.5192">4424 234,'0'21,"21"-21,22 21,-22-21,0 0,21 0,-21 0,0 0,22 0,-1 0,1 0,-22 0,21-21,0 21,1 0,-22 0,21 0,-21-21,1 21,-1 0,0 0,0 0,-63 0</inkml:trace>
  <inkml:trace contextRef="#ctx0" brushRef="#br0" timeOffset="4775.7306">6012 149,'0'0,"0"-21,0 0,0-22,0 22,0 0,0-21,0 21,0 0,0-1,0 1,-22 21,22-21,22 21,-1 0,-21-21,21 21,0 0,0 0,0 0,0-21,22 21,-22 0,0 0,0 0,1 0,-1 0,0 21,0 21,0 1,-21-22,0 0,0 0,0 21,0-21,0 1,-21-1,21 0,0 0,-42 0,42 1,-21-1,21 0,-22-21,22 21,-42-21,42 21,-21-21,21 21,-21-21</inkml:trace>
  <inkml:trace contextRef="#ctx0" brushRef="#br0" timeOffset="4429.3193">6032-62,'0'0,"0"-22,0 1,0 0,-20 21,20 42,0-20,0 20,0-21,0 0,0 21,0 1,0-22,0 21,0-20,0 20,0-21,0 0,0 21,0-20,0-1,0 21,0-21,0 1,0-1,0 0,0 0,0 0,0-42</inkml:trace>
  <inkml:trace contextRef="#ctx0" brushRef="#br0" timeOffset="5128.7575">6477-41,'0'0,"21"0,1 0,-1 0,0 0,21 0,-42 21,21-21,0 0,1 42,-1-42,0 21,0-21,0 21,1 1,-1-22,0 21,-21 0,21 0,0 0,-21 1,0-1,21-21,-21 21,0 0,0 0,0 0,-21-21,0 0,21-21,-21 21,21-42,-21 42,21-21,0 0,0-1,0 1,0-21,0 21,21-1,-21 1,42 0,-42 0,21 21,-21-21,43 0</inkml:trace>
  <inkml:trace contextRef="#ctx0" brushRef="#br0" timeOffset="6015.9352">7154 64,'0'0,"22"22,-1-1,0-21,0 0,0 21,1-21,-1 0,0 0,0 0,0 0,0 0,0 0,1 0,-1 0,0 0,-21-21,21 21,-42 0,-21 0,20 0,1 0,0 0,0 0,0 0,0 21,0 0,-1-21,1 21,0 1,0-1,0 0,21 0,0 0,0 0,42-21,-42 21,21-21,22 22,-22-22,0 0,21 21,0-21,-20 0,20 0,0 0,1 0,-1 0,0 0,1-21,-1 21,0 0,-20-43,-1 43,21-21,-21 21,-21-21,21 21,-21-21,21 21,-21-21,0 0,-21 21,0-22,0 22,0 0,0 0,0 0,-22 43,22-43,0 0,0 0,-1 21,1-21,0 21,0-21,21 21,-21-21,21 21,-21 0,21 1,0-1,0 0,0 0,42-21,-21 0,21 0,-20 0,-1 0,0 0,0-21,22 21,-22-21,0 21,-21-43,21 22,-21 0,21 21,0-21,-21 0,0 0,21 0,-21-1,0 1,22 0,-22 0,21 0,-21-22,0 22,0-21,21 21,-21-22,0 22,0-21,0 21,0-22,0 22,0 0,0 0,0 0,0 0,-21 63,21-21,-21 0,21 21,-22-20,22 20,-21-21,21 22,0-1,0-21,0 21,0 1,0-22,0 21,0-21,0 1,0-1,0 0,0 0,0 0,21 0,-21 0,43-21,-43 22,21-22,21 0</inkml:trace>
  <inkml:trace contextRef="#ctx0" brushRef="#br0" timeOffset="6445.5976">8298 22,'0'-21,"-22"21,22-21,0 42,22 0,-22 0,0 0,21 1,-21-1,21 21,-21-21,21 1,-21-1,21 0,-21 0,21-21,-21 21,21-21,1 0,-1-21,0 0,0-21,0 20,-21 1,0 0,22 0,-22 0,0-1,21 1,-21 0,0 0,0 0,21 0,-21 0,21-1,0 22</inkml:trace>
  <inkml:trace contextRef="#ctx0" brushRef="#br0" timeOffset="7184.3828">8975 64,'-21'0,"-1"0,-20 0,21 0,0 0,0 0,0 22,-1-22,1 0,0 21,0-21,21 21,-21-21,-1 21,1 0,0 1,0-22,21 21,0 0,0 0,42-21,-21 21,22-21,-22 0,0 0,0 0,1 0,-1 0,0-42,0 42,0 0,-21-21,21 21,0 0,-21-21,0-1,-21 22,21 43,-21-43,21 21,0 0,0 0,0 0,42-21,-20 0,20 0,-21 0,0-42,1 42,-1 0,0-21,0 21,0-42,0 20,0 22,1-21,-1 0,0 0,0-22,0 22,1-21,-1 21,-21-21,21 20,0-20,-21 21,21-22,-21 1,21 21,-21-21,0-1,21 22,-21-21,0 21,0-1,0 1,0 0,0 0,0 0,-21 21,0 0,21 42,-21-42,21 42,-21 1,21-1,-21-21,0 22,21 20,-22-21,22 1,-21-1,21 1,0-1,-21 0,21-21,0 22,0-1,0-21,0 0,0 22,0-22,0 0,0 0,0 0,21 0,-21 1,43-22,-43 21,42-21</inkml:trace>
  <inkml:trace contextRef="#ctx0" brushRef="#br0" timeOffset="7795.9862">10012-232,'-21'-21,"0"21,-1 0,1 0,0 0,0 0,0 0,21 42,-21-42,21 21,-21-21,21 22,21-22,0 0,0-22,-21 1,-21 21,-43 0,43 0,-42 21</inkml:trace>
  <inkml:trace contextRef="#ctx0" brushRef="#br0" timeOffset="7560.113">9800 255,'0'-21,"0"0,-21 21,21 42,0-21,-21-21,21 21,0 22,-21-22,21 0,0 0,0 0,0 1,0-1,0 0,0 0,42 0,-21-21,1 0,-1 0,0 0,0 0,0-21,0 21,0-42,1 21,-1-1,-21 1,21 0,-21 0,21 0,-21-1,0-20,21 21,-21 0</inkml:trace>
  <inkml:trace contextRef="#ctx0" brushRef="#br0" timeOffset="11192.3228">10689-719,'0'0,"-21"0,21-21,-21 0,21 0,21 21,-21 42,21-42,0 42,22-20,-22-1,0 21,0 1,22-1,-22 0,21 22,-21-1,0-20,1 20,-1 0,0 1,0 0,0-1,-21 0,22 1,-22 0,21-1,-21 0,0 1,0 0,-43-1,43-21,-42 22,42-22,-42 1,20-1,-20 0,21 0,-21-20,21-1,-22 0,22 0,-21 0,20 1,-20-22,21 0,0 0,0 21,0-21,-1 0,1 0,0 0,21-43</inkml:trace>
  <inkml:trace contextRef="#ctx0" brushRef="#br0" timeOffset="10148.4597">-423-570,'0'0,"42"-22,-42 1,0 0,21 0,-21 0,0-1,-21 22,0 43,0-22,0 0,-1 0,-20 22,21-1,0 0,-22 1,22-1,0 22,-21-1,21 0,-1 1,1 0,0 20,21-20,0 20,0 1,0-22,0 22,0 0,21-22,-21 1,43 21,-1-22,-21-21,0 22,22-22,-1 1,-21-1,21-21,1 21,-22-21,21 1,1-1,-1 0,0 0,1-21,-1 0,0 0</inkml:trace>
  <inkml:trace contextRef="#ctx0" brushRef="#br0" timeOffset="16415.1738">-2794-1036,'21'0,"-21"42,21-42,-21 21,22-21,-22 21,0 1,0 20,21-21,0 0,-21 1,0 20,21-21,-21 0,0 0,0 22,0-22,0 0,0 0,0 0,0 1,0-1,0-64,0 22,0 0,-21 0,21 0,0-1,0 1,0 0,0 0,0 0,0 0,0 0,0-1,0 1,0 0,0 0,0 0,0-1,0 1,21 0,0 0,22 21,-22 0,0 0,0 0,0 0,0 0,1 0,-1 0,0 0,0 0,0 0,1 21,-1-21,-21 42,21-20,0-1,-21 21,21-21,-21 22,0-22,0 21,21 0,-21-20,0 20,0-21,0 22,0-22,0 0,0 21,0-21,0 0,0 1</inkml:trace>
  <inkml:trace contextRef="#ctx0" brushRef="#br0" timeOffset="13635.6376">-1543-21,'0'0,"21"-21,0 21,-1 0,1 0,-21-21,21 21,-42 0,-20 0,20 0,0 21,0-21,-20 21,-1-21,1 21,-1 0,1 0,-1 1,-20-1,20 0,-20 0,20 0,-20 1,0-1,-1 0,22 0,-1 0,1 0,-1 1,21-22,0 21,1 0,20 0,41 0,1-21,-21 0,-1 0,22 0,-21 0,20 0,-20 0,21 0,-1-42,1 42,-22 0,22 0,0 0,-1 0,-20 0,20 0,-20 0,0 0,0 0,0 0,-1 0,1 0,0 42,0-20,-21-1,0 0,0 0,0 0,0 0,-42 1,42-1,-41 0,41 0,-42 0,21 1,0 20,-20-21,20 0,-20 22,-1-22,0 0,1 0,20 22,-20-22,-1 0,0 0,1 0,-1 1,1-1,20 0,-21 0,22-21,-1 21,0 0,0 1,1-22,20 21,-21-21,21 21,-21-21,21 21,42-21,-1 0,1 0,-22 0,22 0,0 0,-1 0,1 0,20-21,-20 21,20 0,-21 0,22-21,-1 21,-20 0,20-21,-20 21,20 0,-21 0,-20 0,21 0,-1 0,-20 0,0 0,0 0,-1 0,1 0,-21 21</inkml:trace>
  <inkml:trace contextRef="#ctx0" brushRef="#br0" timeOffset="14648.0044">-2244 1716,'0'0,"0"-22,0 1,21 42,-21 1,0 20,0-21,0 0,0 0,0 0,0 1,0-1,0 0,0 0,0 0,0 1,0-1,0 0,-21-21,21 21</inkml:trace>
  <inkml:trace contextRef="#ctx0" brushRef="#br0" timeOffset="14839.4329">-2201 1567,'0'0,"0"-21,-21 21,21-21,0 0,21 21</inkml:trace>
  <inkml:trace contextRef="#ctx0" brushRef="#br0" timeOffset="15324.1915">-1926 1821,'0'0,"0"21,-21-21,21 22,0-1,-21-21,21 21,42-21,0-42,1 20,-22 22,21-21,-21 21,0-42,22 42,-22-21,0 0,22 0</inkml:trace>
  <inkml:trace contextRef="#ctx0" brushRef="#br0" timeOffset="15141.5818">-1862 1694,'0'-21,"21"0,0 21,0-21,0 21,0 0,0 0,-21-21,22 21,-1 0,0 0,0 0,-21 21</inkml:trace>
  <inkml:trace contextRef="#ctx0" brushRef="#br0" timeOffset="15565.2584">-1291 1440,'0'0,"-21"-21,0 21,21-21,-21 21,21 21,-22 22,22-22,0 21,0-21,0 0,0 0,0 1,0-1,43 0,-43 0,0 0,0 1,0-1,21-21,-21 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27:25.62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88,'0'-21,"0"0,0-1,22 22,-1 0,-21-21,21 21,0 0,0 0,0 0,0 0,1 0,-1 0,0 0,-21 43,21-43,0 0,-21 21,22-21,-22 21,21 0,-21 0,0 1,0-1,0 0,-43 0,43 0,-21 0,21 0,-42 1,21-1,-1 0,1 0,0 22,21-22,-21 0,0 0,0 0,21 0,-21-21,21 21,0 1,42-22,0 0,-21 0,0 0,1 0,-1 0,21-22,-21 22,22 0,-22-21,0 21,21 0,-21-42,22 42,-22 0,0 0,22-21,-22 21,0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27:33.34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319 470,'0'22,"0"-1,21-21,21-21,-42-22,21 43,0 0,-21-21,22 0,-1 0,-21-1,21 1,-21 0,0 0,21 0,-21 0,21 0,-21-1,0 1,0 0,0 0,0 0,0-1,0 1,0 0,-21 0,21 0,-42 21,42-21,-21 21,-1 0,1 0,0 0,0 0,0 0,0 0,0 21,-22-21,22 0,0 42,0-42,-1 21,1-21,-21 21,21 1,0-1,0 0,-1 0,1 0,21 1,0-1,0 0,0 0,0 0,0 0,21 0,-21 1,22-22,-22 21,42-21,-42 21,21-21,0 21,0-21,22 21,-22 1,0-22,0 21,0-21,22 21,-22-21,0 21,0-21,0 21,0 0,1-21,-22 21,0 1,21-1,-21 0,0 0,0 0,0 1,0-1,-43 0,43 0,-21 0,21 0,-42 0,21-21,0 22,0-22,-1 0,-20 21,21-21,0 0,-1 0,1 0,0 0,0 0,21-21,-21 21,21-43,-21 43,0-21,21 0,0 0,-22 0,22 0,0-22,0 22,0 0,0-22,43 22,-43-21,21 21</inkml:trace>
  <inkml:trace contextRef="#ctx0" brushRef="#br0" timeOffset="749.7082">1059 386,'0'21,"42"-21,-20 0,-1-21,0-1,-21 1,21 0,-21 0,0 0,0 0,22 0,-22-1,0 1,0 0,-43 0,43 0,-21 21,-22 0,22 0,0 0,0 0,-1 0,1 0,0 21,0-21,-1 0,1 21,0-21,0 21,-1-21,1 21,0 1,0-22,21 21,-22 0,1-21,21 21,-21 0,21 0,-21 0,21 1,0-1,0 0,-21 0,21 0,0 1,0-1,42-21,-42 21,21-21,22 21,-22-21,0 21,0-21,1 0,-1 0,0 21,22-21,-22 21,0-21,0 0,-21 22,22-22,-1 21,0-21,-21 21,21-21,-21 21,22 0,-22 1,0-1,0 0,0 0,-43 0,43 0,-21-21,21 21,-43-21,43 22,-21-22,0 0,0 0,-1 0,1 21,0-21,0 0,-1 0,1 0,0 0,0-43,-1 43,1-21,21 0,-21 21,21-42,0 21,0 0,0-22,42 22</inkml:trace>
  <inkml:trace contextRef="#ctx0" brushRef="#br0" timeOffset="1164.594">1419 195,'21'0,"1"0,-22 21,0 1,0-1,0 0,0 0,0 0,0 0,0 0,-22 1,22-1,0 0,-21 21,21-20,-21-1,21 0,-21 0,21 0,-21 21,21-20,-21-1,21 0,0 0,0 0,0 1,0-1,0 0,0 0,21 0,21-21,-21 0,0 0,1 0,-1 0,0 0,0 0,0 0,1-21,-1 21,0 0,0-21,0 21,0-21,0 0,1 21,-22-22,21 22,-21-21,0 0,0 0,0 0,0-1</inkml:trace>
  <inkml:trace contextRef="#ctx0" brushRef="#br0" timeOffset="1419.1951">1440 534,'0'0,"-21"0,0 0,0 0,42 0,21-21,-20 0,-1 21,0 0,0-22,22 22,-22-21,0 21,0 0,0-21,0 21,0-21,1 21,-1-21,0 21,-21-22,21 22,0-21,-21 0</inkml:trace>
  <inkml:trace contextRef="#ctx0" brushRef="#br0" timeOffset="1711.1467">1440 153,'0'-21,"22"21,-22-22,21 22,-21-21,42 21,-21-21,1 21,-1 0,21-21,-21 21,0-21,0 21,1-21,-1 21,0-21,0 21,0-22,1 1,-1 21,0 0,0-21,0 21,0 0</inkml:trace>
  <inkml:trace contextRef="#ctx0" brushRef="#br0" timeOffset="5750.5673">2731 449,'0'0,"-21"0,-22 0,22 0,-21-21,20 21,-20 0,21 0,0-21,0 21,0 0,42 0,21 0,0 0,-21 0,22 0,-1 0,1 0,-1 0,21 0,-20 0,-1 0,22 0,-22 0,21 0,-20 0,20 0,-20 0,20 0,-21-21,22 21,-1 0,-20 0,20-22,-21 22,22 0,-22-21,1 21,-22 0,21 0,-21 0,0 0,1 0,-1 0,0 0</inkml:trace>
  <inkml:trace contextRef="#ctx0" brushRef="#br0" timeOffset="6022.9083">3726 238,'-21'0,"0"0,21-22,-21 22,0 0,21-21,42 21,-21 0,22 0,-22 0,0 0,0 43,0-43,1 21,-1-21,-21 21,21 0,-21 0,0 0,0 0,0 1,0-1,0 0,0 0,-42-21,42 43,-22-43,22 42,-21-42,0 21,0 0,0 0,-1 0,1 1,0-1</inkml:trace>
  <inkml:trace contextRef="#ctx0" brushRef="#br0" timeOffset="6739.2602">4784 280,'21'0,"-21"-21,21 21,0 0,-21 21,21-21,1 21,-1-21,-21 21,21-21,-21 21,21-21,-21 21,21-21,-21 22,0-1,22 0,-22 0,21 0,-21 1,0-1,0 0,0 0,0 0,0 0,0 0,-21 1,-1-1,22 0,-42-21,21 21,21 0,-43-21,22 22,-21-22,21 0,-21 21,20-21,-20 0,21 0,-22 0,22 0,-21 0,21 0,-21 0,20 0,-20 0,21 0,-22-21,22 21,0-22,0 22,0-21,0 21,21-42,-21 21,21-1,0 1,0 0,0 0,0 0,21 0,-21 0,42-1,-42 1,42 0,1 0,-22 0,21-1,-21 1,22 0,-1 0,-21 0,21 0,1 0,20 21,-20-22,-1 1,0 21,1-21,20 21,-20-21,-1 0,0 21,22-22,-22 22,0-21,1 21,20 0,-21-21,1 21,-1-21,-21 21,22 0,-1-21,-21 21,0 0,0 0,1 0,-1 0,-21-21,-21 21,-1 0</inkml:trace>
  <inkml:trace contextRef="#ctx0" brushRef="#br0" timeOffset="7362.9052">5632-524,'0'0,"0"-22,0 1,0 0,0 0,42 21,-21-21,0 21,0 0,0 0,1 0,-1 0,0 0,0 0,0 21,1-21,-1 21,0-21,0 0,-21 21,21 0,-21 1,0-1,0 0,0 0,-21 0,21 0,-42 0,42 1,-21-1,-1-21,1 21,0 0,0-21,0 21,-1 1,1-22,21 21,-21-21,0 21,0 0,63-21,-21 0,22 0,-22 0,0 0,0 0,22-21,-22 21,0 0,21 0,-21-21,0 21,22 0,-22-21,21 21,-20 0,-1 0,0-22,0 22,0 0,0 0,0 0,1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4:24.688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48 514,'0'0,"-21"-42,21 21,-21-22,21 22,0-21,0 21,0-22,0 22,0 0,0-21,42 21,-42-1,22 1,-22 0,42 0,-42 0,21 21,0-22,1 22,-1-21,0 21,0-21,0 21,0 0,0 0,1 0,-1 0,0 0,0 0,0 0,1 0,-1 0,21 21,-21-21,0 0,0 43,1-43,-1 21,0 0,0 0,-21 0,0 1,0-1,0 21,0-21,0 0,-21 22,21-22,-42 0,42 0,-43 0,43 1,-42-1,42 0,-21 0,0-21,0 21,-1-21,1 21,0-21,0 0,0 0,-1 0,22-21,0 0,43 21,-1 0,-21-21,1 21,-1 0,21 0,0 0,-21 0,22 0,-1 0,-21 0,22 42,-22-42,21 21,-21-21,0 43,1-22,-1 0,-21 0,21 0,-21 1,0-1,0 0,0 0,0 0,-42 0,42 0,-43 1,43-1,-42 0,21-21,0 21,0 0,-22-21,22 22,0-22,-22 0,22 21,0-21,0 0,0 0,0 0,0 0,-1 0,1 0,21-43</inkml:trace>
  <inkml:trace contextRef="#ctx0" brushRef="#br0" timeOffset="-646.865">176 6,'0'42,"0"1,0-22,0 21,0 1,-22-1,22 0,0 22,0-1,0 1,0-1,-21 1,21-1,0 1,-21-1,21-20,0 20,0-20,0 20,-21-21,21 1,0-1,0 0,-21 1,21-22,0 21,0-21,-22 22,22-22,0 21,0-21,-21 1,21-1,0 0,0 0,-21-21,21 21</inkml:trace>
  <inkml:trace contextRef="#ctx0" brushRef="#br0" timeOffset="432.3798">1086 726,'0'21,"0"0,0 0,0 0,0 1,0-1,0 0,0 0,0 0,-22 1,22-1,0 0,0 0,0 0,22 0,20-21,-21 0,0 0,1-42,-1 21,0 0,0 0,-21-1,0 1,0 0,0 0,0 0,-21 21,21-22,-21 22,-22 0,22 0,0 0,0 0,0 0,-1-21</inkml:trace>
  <inkml:trace contextRef="#ctx0" brushRef="#br0" timeOffset="724.6025">1763 535,'-21'0,"63"0,-21 0,22 0,-22-21,0 21,0 0,0-21,1 21,-1 0,0 0,0-21,21 21,-21 0,1-21,-1 21,0 0,0 0,0 0,1-21,-1 21,0 0,0 0</inkml:trace>
  <inkml:trace contextRef="#ctx0" brushRef="#br0" timeOffset="936.0236">2017 599,'0'0,"-21"21,0 0,0 0,-1 1,1-1,64-21,-22 0,21 0,-21 0,0 0,22-21,-22 21,21-22,-21 22,22-21,-1 21,-21-42</inkml:trace>
  <inkml:trace contextRef="#ctx0" brushRef="#br0" timeOffset="3145.0114">3181 493,'0'0,"0"-21,0 0,0 0,0-1,21 22,1 0,-1 0,0 0,0 0,0 0,0 0,0 22,1-22,-1 0,0 21,21-21,-20 21,-1-21,0 21,-21 0,21-21,0 21,-21 0,0 1,0-1,0 0,0 0,0 0,-21 1,21-1,-63 0,41 0,-20 0,0 0,-1 0,1 1,0-1,-1 0,1 0,0-21,-1 21,1 1,0-22,21 0,-22 0,22 0,0 0,0 0,-1 0,1 0,21-22,-21 1,21-21,0 21,0-1,0-20,42 21,-42 0,43 0,-22-22,0 22,0 0,22-21,-22 20,21 1,0 0,1 0,-1 0,1 0,20-22,0 22,-20 0,20 0,1 0,-1-1,1 1,-1 0,-20 0,20 0,1 0,-22 0,0 21,1-22,-22 22,0-21,0 21,0 0,-21 21,-21-21</inkml:trace>
  <inkml:trace contextRef="#ctx0" brushRef="#br0" timeOffset="3612.4751">4599-100,'0'-21,"0"0,21 0,1 0,-1 21,0-22,0 22,0 0,1 0,-1 0,0 0,0 0,0 0,0 22,0-1,1 21,-22-21,0 1,0-1,0 0,0 0,0 0,-22 21,22-20,-42-1,42 21,-42-21,21 1,-22-1,22 0,0 21,0-21,21 0,-21-21,-1 22,22-1,-21-21,0 21,42-21,0-21,22 21,-43-21,21 21,0-22,0 22,1 0,-1 0,21-21,-21 21,0 0,22 0</inkml:trace>
  <inkml:trace contextRef="#ctx0" brushRef="#br0" timeOffset="4039.8673">4684 832,'0'0,"0"21,-21-21,21 21,0 0,42-21,22-42,-43 42,21-21,22 21,-22-22,0 1,22 0,-22 0</inkml:trace>
  <inkml:trace contextRef="#ctx0" brushRef="#br0" timeOffset="3869.0667">4748 620,'0'0,"-22"0,1 21,0-21,42 0,22 0,-43-21,42 21,-21 0,0-21,21 21,-20 0,-1 0,0 0,0-21,0 21,1 0</inkml:trace>
  <inkml:trace contextRef="#ctx0" brushRef="#br0" timeOffset="4384.1225">5848 345,'-21'21,"21"0,-21-21,0 43,21-22,-21 0,-1 0,1 0,21 0,-21 0,21 1,-21-1,21 0,-21 0,21 0,-22 1,22-1,-21 0,21 0,0 0,0 0,0 0,21-21,22 0,-43 22,21-22,21 0,-20 0,-1 0,21 0,-21 0,21 0,1 0,-22 0,21 0,1 0,-22 0,21-22,-21 22,22 0,-22-21,0 21,0-21,0 21,1-21</inkml:trace>
  <inkml:trace contextRef="#ctx0" brushRef="#br0" timeOffset="4654.2052">6103 641,'0'0,"-21"0,21-21,-21 21,21 21,0 22,0-22,0 0,-21 21,21-21,0 0,0 1,-22 20,22-21,0 0,0 22,0-22,0 0,0 21,0-21,0 1,0-1,0 0,0 0,0 0,0 1,22-1,-1-21,0 0,0 0</inkml:trace>
  <inkml:trace contextRef="#ctx0" brushRef="#br0" timeOffset="4811.9937">6483 789,'0'0,"0"-21,0 0,0 0,21 21,1-21</inkml:trace>
  <inkml:trace contextRef="#ctx0" brushRef="#br0" timeOffset="5236.5171">7012 535,'0'0,"-21"0,0 0,21 21,-21-21,21 22,-21-22,21 42,-22-21,1 0,21 1,-21-1,21 0,-21 0,21 0,-21 0,21 0,0 1,0-1,0 0,0 0,0 0,21-21,0 22,21-22,1 0,-22 0,0 0,0 0,22 0,-22-22,0 22,0 0,0-21,0-21,1 42,-22-21,0-1,21 1,-21 0,0 0,0 0,0 0,0 0,0-1,-43 1,22 0,0 21,-21-21,21 21,-22 0,1 0,-22 0,1 0,0 0,-1 0</inkml:trace>
  <inkml:trace contextRef="#ctx0" brushRef="#br0" timeOffset="7208.5275">3901 2017,'0'0,"0"-21,-21 21,21-21,-21 0,21-1,21 22,0 0,21 0,-20 0,-1 0,0 0,0 22,0-22,1 21,-1-21,-21 21,21-21,-21 21,0 0,21 0,-21 1,0-1,0 0,0 0,-42 0,42 0,-43 1,22-1,0 0,0 0,-22 0,22 0,-21-21,21 22,-22-22,22 21,-21-21,21 0,-1 0,1 0,-21 0,21 0,0 0,-1-21,1 21,21-22,-21 1,21-21,0 21,0 0,42-1,-42 1,22 0,-22 0,42 0,-21 0,21-1,-20-20,20 21,0 0,1 0,-1-22,0 22,1 0,20-21,-20 20,20-20,1 21,-1 0,1-22,0 22,-22 0,21-21,-20 20,-1 1,1 0,-22 21,21-21,-21 0,0 21</inkml:trace>
  <inkml:trace contextRef="#ctx0" brushRef="#br0" timeOffset="5552.3499">4959 1869,'-21'0,"63"0,1-21,-22 21,0 0,0-22,0 22,0 0,22 0,-22 0,0 0,0-21,1 21,-1 0</inkml:trace>
  <inkml:trace contextRef="#ctx0" brushRef="#br0" timeOffset="5724.7661">5002 2059,'0'0,"0"21,-22-21,22 22,-21-22,21 21,43-21,-1 0,-21 0,0-43,64 22,-43 21,1-42,-1 21,0 21</inkml:trace>
  <inkml:trace contextRef="#ctx0" brushRef="#br0" timeOffset="6463.6212">6250 1869,'-21'0,"0"0,0 0,0-21,-1-1,22 1,0 0,-21 21,21-21,0 0,43 0,-22 21,0 0,0-21,0 21,1 0,-1 0,0 0,0 0,0 42,0-42,0 21,1 21,-22-21,21 1,-21-1,0 0,0 21,0-20,0 20,-21-21,21 0,-43 21,43-20,-42-1,21 0,0 0,0 0,-22 0,22 1,0-22,0 21,-22-21,22 21,-21-21,21 21,-22-21,22 0,0 0,0 21,0-21,-1 0,1 0,0 0,0-42,21 21,0 0,0-1,42 22,-42-21,21 0,1 0,20 21,-42-21,21 21,0 0,1 0,-1 0,0 0,0 0,0 42,0-42,0 21,1-21,-1 21,0-21,0 22,0-22,1 21,-1 0,0 0,0-21,0 0,0 0,0 0,1 0,-1 0,0 0,0-21,0-21,1 42,-22-22,21 1,-21 0,0 0,0 0,0 0,0-1,-43 1</inkml:trace>
  <inkml:trace contextRef="#ctx0" brushRef="#br0" timeOffset="12874.1271">3710 3182,'0'0,"0"21,-21-21,0 0,0 0,0 0,21-21,-22 0,22 0,0 0,-21 21,21-21,0-1,0 1,0 0,43 0,-22 0,0 21,-21-22,21 22,0 0,1 0,-1 0,0 0,0 0,0 0,0 22,0-22,-21 42,22-42,-1 21,-21 0,0 1,21-1,-21 0,0 0,0 0,0 0,0 0,0 1,0 20,0-21,-21 0,21 22,-21-22,21 0,-43 0,22 21,0-20,0-1,0 0,-22 0,22 0,0 1,-21-1,20 0,-20 0,21-21,0 21,-21 0,20-21,1 21,-21-21,21 0,-1 22,1-22,0 0,0 0,0 0,0 0,0 0,-1 0,22-22,-21 1,21 0,0 0,0 0,0 0,21 0,-21-1,43 1,-22 0,0 0,0 21,-21-21,21 21,0 0,1 0,-1 0,0 0,0 0,0 0,1 21,-1-21,0 42,0-42,0 21,0 1,-21-1,21 0,1 0,-1 0,-21 0,21 0,-21 1,21-22,-21 21,21 0,-21 0,22 0,-22 1,21-1,0-21,0 0,0-21</inkml:trace>
  <inkml:trace contextRef="#ctx0" brushRef="#br0" timeOffset="13773.1124">4959 3266,'0'0,"-21"0,0 0,0 0,-1 21,1-21,-21 63,21-41,0-1,0 0,-1 21,1-20,0 20,0 0,0-21,-22 22,22-1,0 0,-21 1,-1-22,1 21,21-21,-22 22,22-22,0 0,0 0,21 0,-21 1,0-22,21 21,42-21,-42-43,42 43,-21-21,1 21</inkml:trace>
  <inkml:trace contextRef="#ctx0" brushRef="#br0" timeOffset="13468.8878">4430 3329,'0'-21,"0"0,0 63,21-42,-21 21,21 1,-21-1,22 0,-1 0,0 0,0 1,0-1,-21 0,21 0,0 0,1 0,-1 0,0 1,0-1,-21 0,21 0,1-21,-1 21,0 1,0-1,-21 0,21-21,-21 21,21-21,-21 21,0-42</inkml:trace>
  <inkml:trace contextRef="#ctx0" brushRef="#br0" timeOffset="14224.3229">5531 3266,'0'-21,"0"42,0 0,0 21,0-21,0 1,0 20,0-21,0 0,0 22,0-22,0 0,0 0,0 0,0 0,0 1,0-1,0 0,-21 0,21 0,0 1,0-1,0 0,0 0</inkml:trace>
  <inkml:trace contextRef="#ctx0" brushRef="#br0" timeOffset="14442.0455">5954 3689,'0'-21,"0"0,-42 0,42-1,0 1,21 21</inkml:trace>
  <inkml:trace contextRef="#ctx0" brushRef="#br0" timeOffset="15242.0961">6652 3478,'0'21,"22"-21,-1 0,0 0,0 0,-21-21,21-22,-21 22,0 0,0 0,0-1,0 1,0 0,-21 21,21-21,-42 0,21 21,21-21,-43 21,22 0,0 0,0 0,0 0,0 0,-1 0,1 42,0-42,0 21,0-21,-1 21,1 0,0 1,0-1,21 0,-21 0,21 0,-21 1,21-1,0 0,0 0,0 0,0 0,21-21,-21 21,21-21,21 0,-21 0,1 0,-1-42,0 42,0-21,0 21,22-21,-22 21,0-42,0 20,0 1,0 0,1 0,-1 0,-21-1,21 22,-21-21,21 21,-21-21,0 0,21 21,-21 42,0-21,0 1,0-1,0 21,0-21,0 22,0-22,0 21,0-21,0 22,0-22,0 0,0 21,0-20,0-1,0 0,0 0,0 0,0 0,0 0,0 1,22-22,-1 0,0 0,0-43,0 43</inkml:trace>
  <inkml:trace contextRef="#ctx0" brushRef="#br0" timeOffset="15728.4171">7288 3139,'0'-21,"21"21,-21 21,0 0,0 21,0-20,0-1,0 0,-21 0,21 0,-22 21,22-20,-21-1,0 21,0 1,21-22,-21 21,21-21,-22 21,22-20,0 20,-21-21,21 0,0 1,0-1,0 0,0 0,0 0,43 0,-22-21,-21 21,42-21,-21 0,1 0,-1 0,0 0,0-21,0 21,0-21,0 21,-21-42,22 42,-1-21,-21 0,21-1,-21 1,0 0,0 0,0 0,-21 21,0 0,21-22,-22 22,1 0,0 0,0 0,0 0,0 0,0 43,-1-43,1 21</inkml:trace>
  <inkml:trace contextRef="#ctx0" brushRef="#br0" timeOffset="16076.4416">7901 3435,'21'0,"1"0,-1 0,0 0,0 0,0 0,1 0,-1 0,0 0,21 0,-21 0,0 0,1 0,-1 0,21-21,-21 21,1 0,-1 0,0 0,0 0</inkml:trace>
  <inkml:trace contextRef="#ctx0" brushRef="#br0" timeOffset="16328.3944">7944 3604,'0'0,"0"22,21-22,0 0,21 21,-20-21,-1 0,0 0,0 0,0 0,0 0,0 0,1 0,-1-43,0 43,0 0,0 0,1 0,-22-21,21 21,0-21</inkml:trace>
  <inkml:trace contextRef="#ctx0" brushRef="#br0" timeOffset="17484.5472">9212 3414,'-21'-22,"21"1,0 0,42 21,-42-21,21 21,-21-21,22 21,-1 0,0 0,-21-21,21 21,1 0,-1 0,0 0,0 0,1 0,-1 42,0-42,0 21,1-21,-22 21,0 0,0 1,0-1,0 0,0 0,-43-21,43 21,-21-21,21 21,-43 0,22-21,0 22,0-22,-1 21,1-21,21 21,-21-21,0 0,21 21,-22-21,1 0,0 0,21-21,0 0,42 21,-42-21,22 21,-1-22,0 22,0 0,1 0,-1 0,0 0,0 0,1 0,-1 0,0 0,0 0,1 0,-1 22,0-22,0 21,1 0,-22 0,21 0,-21 0,0 0,0 1,0-1,-21 0,21 0,-43 0,1 0,20 0,1-21,0 0,0 22,-1-22,1 0,0 0,0 0,-1 0,1 0,0 0,0 0,-1 0,1-22,0 22,21-42,-21 42,21-21,0 0,0 0,0 0,21 21,-21-22</inkml:trace>
  <inkml:trace contextRef="#ctx0" brushRef="#br0" timeOffset="17700.1161">10166 3753,'21'0,"-21"-21,0-1,0 1,0 0,21 21,-21-21</inkml:trace>
  <inkml:trace contextRef="#ctx0" brushRef="#br0" timeOffset="20167.6964">10716 3478,'-21'21,"42"-21,1-21,-22-1,21 22,-21-21,0 0,0 0,0 0,0-1,0 1,-21 21,21-21,-22 0,1 21,21-21,-21 21,0 0,0 0,0 0,21 21,-21-21,-1 0,22 21,-21-21,-21 0,21 0,21 21,-22-21,1 21,0 1,0-22,21 21,-21-21,21 21,-21 0,21 0,0 1,-21-22,21 21,0 0,0 0,0 0,42-21,-42 21,21-21,21 0,-21 0,1 0,-1 0,0 0,0 0,0-21,1 21,-1-21,0 0,0 0,0 0,-21-1,0 1,21 21,-21-21,0 0,21 21,-21-21,0-1,22 22,-22 22,0-1,0 21,0-21,0 1,0-1,0 21,0-21,0 0,0 22,0-22,0 0,0 0,0 0,-22 1,22-1,0 0,0 0,0 0,0 0,0 0,-21-21,21 22,0-44,0-20</inkml:trace>
  <inkml:trace contextRef="#ctx0" brushRef="#br0" timeOffset="20769.6781">11055 3435,'0'-21,"-42"21,42-21,0 0,42 21,-21 0,1 0,-1 0,0 0,0 0,0 0,0 21,0-21,1 0,-1 21,0-21,-21 21,21-21,-21 43,21-43,-21 21,0 0,0 0,0 0,0 0,-42 0,42 1,-42-1,20 0,1-21,0 21,0 0,0 1,0-22,0 21,-1 0,1-21,-21 21,21-21,-1 0,1 21,0-21,0 0,21 21,42-21,-21 0,1 0,-1 0,0 0,0 0,22 0,-22 0,21 0,-21 0,21-21,-20 21,20 0,-21 0,22 0,-22-21,21 21,-21 0,21 0,-20 0,-1 0,0 0,0 0,-42 0,-21 21,-1-21</inkml:trace>
  <inkml:trace contextRef="#ctx0" brushRef="#br0" timeOffset="26460.4153">4684 5171,'0'21,"-21"0,0 22,-1-43,1 21,0 0,0 0,0 21,0-21,-22 1,22-1,0 0,-21 0,20 0,1 1,-21-1,21 0,0 0,0 0,-1-21,22 21,-21-21,64 0,-1 0,-21 0,0 0,0-21,0 21,1 0,-1 0,0 0,0 0,0 0,1 0,-1-21,21 21,-21 0,0 0,22 0,-22 0,0 0,21 0,-20 0,20 0,-21 0,0 0,21 0,-20 0,-1 0,21 0,-21 0,1-21,-1 21,0 0,-21-21,-21 0</inkml:trace>
  <inkml:trace contextRef="#ctx0" brushRef="#br0" timeOffset="26800.6125">4705 5150,'0'0,"0"-22,0 1,21 21,-21 21,22-21,-22 43,0-1,21-21,-21 22,0-1,0 0,0 1,0-1,0-21,0 22,0-1,0 0,0 0,-43 1,43-1,0 1,0-1,0-21,0 21,0-21,0 1,0-1,0 0,0 0,0 0,0 1,0-1,22-21,-22-21,21 21,-21-22,21 22,0-42</inkml:trace>
  <inkml:trace contextRef="#ctx0" brushRef="#br0" timeOffset="27192.7741">5404 5361,'42'0,"-42"-21,21 21,0 0,1 0,-1-21,0 21,21 0,-21 0,0-21,22 21,-22 0,0 0,22-21,-22 21,0 0,21 0,-21 0,0-21,1 21,-1 0,0 0,0 0</inkml:trace>
  <inkml:trace contextRef="#ctx0" brushRef="#br0" timeOffset="27488.2824">5742 5107,'0'21,"0"22,0-22,0 0,0 0,0 1,0 20,0-21,-21 0,21 21,0-20,0-1,-21 21,21-21,0 1,-21-1,21 0,0 0,0 0,0 0,0 0</inkml:trace>
  <inkml:trace contextRef="#ctx0" brushRef="#br0" timeOffset="27838.4394">5382 5890,'43'0,"-22"0,0 0,0 0,1 0,20 0,0 0,-21 0,22 0,-1 0,0 0,1 0,-1 0,0 0,1 0,-1 0,0 0,1 0,-22 0,21 0,-21 0,22 0,-22 0,0 0,0 0,0 0,-21-21,-42 0</inkml:trace>
  <inkml:trace contextRef="#ctx0" brushRef="#br0" timeOffset="30679.51">6801 5213,'-21'0,"21"-21,-22 21,22-21,-21 21,21-21,0-1,0 1,0 0,21 21,-21-21,22 21,-1 0,-21-21,21 21,0 0,0 0,0 0,0 0,1 0,-1 0,0 0,0 0,0 21,1-21,-22 21,21-21,-21 21,0 0,0 1,0-1,0 0,-21 0,21 0,-22-21,22 22,-42-22,42 21,-21-21,0 21,-1-21,1 21,0-21,0 21,0-21,0 21,0-21,21-42,21 21,-21 0,21 21,21 0,-21-21,0 21,1 0,-1 0,0 0,0 0,0 0,1 0,-1 0,0 0,0 42,0-42,0 0,-21 21,21 21,-21-21,0 1,0-1,0 0,-42 0,42 0,-21 1,0-1,21 0,-42-21,20 0,1 21,0-21,0 0,0 0,-1 0,1 0,0 0,0 0,0 0,0 0,0 0,-1 0,1 0,0 0,0-21,0 21,21-21,0 0,0-1</inkml:trace>
  <inkml:trace contextRef="#ctx0" brushRef="#br0" timeOffset="30911.1558">7520 5446,'0'-21,"0"0,0-1,0 1</inkml:trace>
  <inkml:trace contextRef="#ctx0" brushRef="#br0" timeOffset="31732.3746">7901 5298,'21'0,"1"-21,-1 0,-21-1,0 1,0 0,0 0,0 0,0-1,0 1,-21 21,21-21,-22 21,22-21,-21 21,0 0,0 0,0 0,0 0,0 0,-1 0,1 21,0-21,0 0,21 42,-21-42,-1 22,22-1,-21-21,21 21,0 0,0 0,0 1,0-1,0 0,21 0,1 0,20-21,-21 0,0 0,1 0,-1 0,0 0,0-21,0 21,0-21,0 21,1-21,-1-22,0 43,0-21,0 21,-21-21,22 0,-1 21,-21-21,21 21,-21-22,21 22,-21-21,21 21,-21 21,0 22,0-22,0 21,0-20,0-1,0 0,0 0,-21 21,21-21,0 22,-21-22,21 0,0 0,-21 1,21-1,0 0,-21 0,-1 0,22 0,0-42,43 21</inkml:trace>
  <inkml:trace contextRef="#ctx0" brushRef="#br0" timeOffset="32348.3529">8452 5150,'0'-22,"0"1,21 0,0 21,0 0,-21-21,21 21,1 0,-1 0,0 0,0 0,0 0,0 0,0 0,1 0,-1 0,0 0,0 21,0-21,-21 21,22-21,-22 21,21-21,-21 22,0-1,0 0,0 0,0 0,0 1,-43-1,22 0,21 0,-42 0,21 0,-1 0,1 1,0-22,0 21,0-21,21 21,-21-21,21 21,21-21,0 0,21 0,-21 0,1 0,-1-21,0 21,0 0,0 0,22-21,-22 21,21 0,-21-21,0 21,22 0,-22 0,0 0,22 0,-22-22,0 22,0 0,0 0,0 0,-42 0</inkml:trace>
  <inkml:trace contextRef="#ctx0" brushRef="#br0" timeOffset="43964.155">9171 6991,'-21'0,"0"0,0 0,0 0,21 21,-21-21,-1 0,22 22,-21-22,0 0,21 21,-21 0,0 0,-1 0,1 0,21 0,0 1,-21-22,21 21,-21 0,21 0,-21 0,21 1,0-1,0 0,0 0,0 0,21-21,-21 21,21 0,0-21,-21 22,21-22,1 0,-1 0,0 0,0 0,0 0,1 0,-1 0,0-22,21 22,-21 0,0-21,1 21,20 0,-21-21,22 21,-22-21,0 21,0 0,21-21,-21 21,1 0,-22-21,21 21,0 0,-21-21,21 21,-21-22,21 22,-21-21,0 0,22 0,-22 0,0-1,0 1,0 0,0 0,-43 0,43 0,-21 0,0-1,0 22,21-21,-22 21,-20 0,21-21,-21 21,-1 0,22 0,-21 0,-1 0,1 0,0 42,0-42,-1 22,22-22,-21 21,20-21,-20 42,21-21,0 0</inkml:trace>
  <inkml:trace contextRef="#ctx0" brushRef="#br0" timeOffset="46120.0541">7944 7690,'-22'0,"1"-43,21 22</inkml:trace>
  <inkml:trace contextRef="#ctx0" brushRef="#br0" timeOffset="45019.5853">8748 6949,'0'21,"-42"-21,42 21,-22 0,1 1,0-1,0 0,21 0,-21 0,0 0,21 0,0 1,-21-1,21 0,-22 0,22 0,0 1,-21-1,21 0,0 0,0 0,0 0,0 0,0 1,43-22,-43 21,21-21,0 0,0 0,0 0,0 0,0 0,1 0,-1-21,0 21,0-22,0 22,-21-21,22 21,-1-21,-21 0,21 0,0 0,-21 0,21-1,-21 1,0 0,0 0,0 0,0-1,0 1,0 0,-42 0,42 0,-21 21,21-21,-21 21,21-21,-43 21,22 0,-21 0,20 0,1 0,0 0,0 21,0-21,0 42,0-42,-22 21</inkml:trace>
  <inkml:trace contextRef="#ctx0" brushRef="#br0" timeOffset="45940.4335">8304 7224,'-22'0,"22"21,-21-21,0 0,0 21,21 1,-21-22,21 21,-22 0,22 0,-21-21,21 21,-21 0,21 0,0 1,-21-22,21 21,0 0,0 0,0 0,0 1,42-1,-21-21,-21 21,43-21,-22 0,0 0,0 0,1 0,-1 0,0-42,0 20,0 22,0-21,0 21,1-42,-22 21,21-1,-21 1,0 0,21 0,-21 0,0 0,0 0,0-1,-42 1,42 0,-22 21,22-21,-42 0,21-1,0 22,0 0,0 0,-1 0,1 0,0 0,0 0,0 22,-1-22,1 21</inkml:trace>
  <inkml:trace contextRef="#ctx0" brushRef="#br0" timeOffset="35769.7864">7371 6822,'-21'0,"42"0,1 0,-1 0,1 0,-1 0,0 0,22 0,-21 0,20 0,-20-23,21 23,-22 0,0-23,22 23,-21-23,-1 23,0-22,1 22,-44 0,22 22,-42-22</inkml:trace>
  <inkml:trace contextRef="#ctx0" brushRef="#br0" timeOffset="36000.9547">7457 6927,'0'0,"0"21,-21-21,21 21,-22-21,22 21,-21-21,42 0,22 0,-22 0,0 0,0 0,1-21,-1 21,0 0,0-21,0 21,0 0,0 0,1-21,-1 21,0 0,0 0,0 0,1 0,-1 0,-21-21,21 21</inkml:trace>
  <inkml:trace contextRef="#ctx0" brushRef="#br0" timeOffset="43247.9396">9278 6780,'0'21,"21"-21,-21-21,21 21,-21-22,21 22,-21-21,21 21,-21-21,0 0,21 21,-21-21,-21 21,21-22,-21 22,0 0,21-21,-21 21,0 0,21-21,-22 21,1 0,0 0,0 0,0 0,0 0,0 0,0 0,0 0,21 21,-21-21,-1 0,1 0,0 0,0 21,0 1,0-22,21 21,-21-21,0 21,0 0,0-21,21 21,-21 1,21-1,0 0,-22-21,22 21,0 0,0 0,0 0,0 1,43-1,-43 0,21-21,0 0,-21 21,42-21,-21 0,0 0,0 0,0 0,0 0,1-21,-1 21,0 0,-21-21,21 21,0-21,0 21,-21-22,21 22,0-21,0 21,-21-21,21 21,-21-21,22 21,-1-21,0 0,0 0,-21-1,0 44,-21-22,21 21</inkml:trace>
  <inkml:trace contextRef="#ctx0" brushRef="#br0" timeOffset="53884.3137">10293 6949,'0'0,"-21"21,0-21,0 21,-1-21,22 21,22-21,-1 0,21 0,-21 0,1 0,20 0,-21-21,0 21,21 0,-20-21,20 21,-21-21,22 21,-22-21,21 21,-21-22,0 22,22 0,-22 0,0-21,0 21,0 0,1 0,-65 43</inkml:trace>
  <inkml:trace contextRef="#ctx0" brushRef="#br0" timeOffset="47708.5243">9362 8579,'-21'0,"0"0,-1 0,1 0,42-21,22 21,-43-22,21 22,21-21,-21 21,0 0,1-21,-1 21,21-21,-21 21,1-21,20 21,-21 0,0-22,21 22,-20-21,-1 21,0-21,0 21,0 0,-21 21,0 0,0 22,0-22,0 0,0 0,0 1,0-1,0 21,0-21,0 21,0-20,0 20,-21-21,21 0,0 22,-21-22,21 0,0 21,0-21,-21 1,21-1,0 0,-21 0,21 0,0 1,-22-22</inkml:trace>
  <inkml:trace contextRef="#ctx0" brushRef="#br0" timeOffset="47928">9510 8896,'0'-21,"0"0,42 21,-42-21,43 21,-22-21,0 21,0-22,0 22,22-21,-22 21,0-21,0 21,22 0,-22-21</inkml:trace>
  <inkml:trace contextRef="#ctx0" brushRef="#br0" timeOffset="48102.1803">10336 8769,'-22'0,"22"-21,22 21</inkml:trace>
  <inkml:trace contextRef="#ctx0" brushRef="#br0" timeOffset="48690.0738">10759 8663,'-21'0,"42"-21,0 21,-21-21,0 0,21 21,-21-21,0 0,0-1,0 1,0 0,0 0,-21 21,-21 0,20 0,1 0,0 0,0 0,0 0,0 0,0 21,-22-21,22 21,0-21,0 43,-1-22,1 0,0-21,0 21,0 0,21 0,-21 0,21 1,0-1,0 0,42-21,-21 0,21 0,-20 0,-1 0,21-21,-21 21,1-21,-1 21,0-43,0 43,0-21,0 21,0-21,1 21,-22-21,21 21,0 0,0 0,-21 21,0 0,0 21,0-20,0-1,0 0,0 0,0 0,0 1,0-1,0 21,0-21,0 0,0 0,0 1,0-1,0 0,0 0,21-21</inkml:trace>
  <inkml:trace contextRef="#ctx0" brushRef="#br0" timeOffset="49123.1628">11098 8579,'0'-21,"0"-1,0 1,42 21,-21-21,0 21,0 0,0 0,1 0,-1 0,0 0,0 0,0 0,-21 21,0 0,0 22,-42-43,42 21,-21 0,0 0,-1 0,1 22,0-22,0 0,0 0,0 0,0 1,-1-22,1 21,0 0,0 0,21 0,0 0,21-21,21 0,-20-42,-1 42,21-21,-21 21,0-21,0 21,1-21,20 21,-21-22,0 22,1-21,-1 0,0 21,0 0,-21-21,21 21,-21-21</inkml:trace>
  <inkml:trace contextRef="#ctx0" brushRef="#br0" timeOffset="62377.2141">10992 11309,'0'0,"-22"0,1 0,0 0,21 21,-21-21,0 0,21 22,-21-22,21 21,0 0,-21-21,21 21,0 0,0 0,0 0,0 1,0-1,0 0,0 0,0 0,21-21,0 0,0 0,0 0,-21-21,21 21,-21-21,0 0,0 0,21 21,-21-22,0 1,0 0,-42 0,42 0,-21 21,0-21,0 21,0-21,-1 21,22-22,22 22,20 0,-21 0,0 0,-21 22,21-22,0 0,1 0,-1 0,0 0,0 0,-42 0,-21 0,20 0</inkml:trace>
  <inkml:trace contextRef="#ctx0" brushRef="#br0" timeOffset="58597.0264">8198 11563,'0'0,"-22"0,1 0,0 21,21 1,-21-22,21 21,0 0,0 0,-21 0,21 0,0 0,0 1,0-1,0 0,42 0,-42 0,21-21,0 0,1 0,-1 0,0 0,0-21,0 21,-21-21,22 21,-1-42,0 20,-21 1,0 0,0 0,0 0,-21 21,0-21,-1 21,-20 0,21 0,0 0,-1 0,22 21,-21-21,0 0,21 42,-21-42</inkml:trace>
  <inkml:trace contextRef="#ctx0" brushRef="#br0" timeOffset="59282.1736">8536 11648,'0'-21,"0"0,0-1,22 44,-22 20,0-21,0 0,0 0,0 22,0-22,0 0,0 21,0-20,0-1,0 0,0 0,0 0,0 0,0 0,21-21,0 0</inkml:trace>
  <inkml:trace contextRef="#ctx0" brushRef="#br0" timeOffset="60208.5429">9297 11288,'0'0,"-42"-21,42 0,-21-1,21 1,-21 21,21-21,-21 0,21 0,0 0,0 0,0-1,21 22,-21-21,42 21,0-21,1 21,-22 0,0 0,0 0,0 0,1 0,-1 0,0 21,0-21,-21 43,0-22,21-21,-21 21,0 0,0 0,0 0,0 0,-42-21,42 22,-21-1,21 0,-43-21,22 21,0 0,0-21,0 22,-1-22,1 21,0-21,0 0,21-21,42 21,-42-22,21 22,-21-21,43 21,-22-21,0 0,0 21,1-21,-1 21,0 0,0 0,0 0,0 0,0 0,1 0,-1 21,0-21,-21 21,21 21,-21-20,0-1,-42 0,-1 0,43 0,-21-21,0 21,0 0,0 1,-21-22,20 21,1 0,0-21,0 0,21 21,-21-21,-1 0,1 0</inkml:trace>
  <inkml:trace contextRef="#ctx0" brushRef="#br0" timeOffset="59636.3661">9277 11140,'0'0,"-21"0,0 0,21 21,0 21,0-21,0 22,0-22,0 0,0 22,0-22,0 21,0-21,21 21,-21 1,0-22,0 21,0 1,0-22,0 21,0-21,0 22,0-22,0 21,0-21,0 1,0-1,0 0,0 0,0 0,0 0,0 0,-21-21,21 22</inkml:trace>
  <inkml:trace contextRef="#ctx0" brushRef="#br0" timeOffset="60612.3747">9933 11584,'0'0,"-42"0,20 21,-20 1,-1-22,22 0,-1 0,1 21,0 0,21 0,0 0,0 0,0 1,0-1,42 0,-42 0,22-21,-1 0,0 0,1 0,-1 0,-21-21,21 21,-21-42,22 42,-1-22,0 1,-21 0,0 0,21 21,-21-21,0 0,-42-1,21 22,21-21,-43 21,22 0,-22 0,22 0</inkml:trace>
  <inkml:trace contextRef="#ctx0" brushRef="#br0" timeOffset="60980.2176">10060 11542,'0'-21,"22"21,-1-21,0 21,0 0,0 0,0 0,0 0,1 0,-22 21,21-21,-21 21,0 0,0 0,0 1,-43-22,43 21,-21-21,21 21,-42 0,21 0,0-21,0 21,21 0,-22-21,22 22,-21-1,64-21,-22 0,21-21,-21 21,0 0,22-22,-22 22,0-21,0 21,22-21,-22 0,0 0</inkml:trace>
  <inkml:trace contextRef="#ctx0" brushRef="#br0" timeOffset="83072.7097">3837 11140,'0'0,"21"-21,1 0,-1-1,-21 1,21 21,-21-21,21 21,0-21,1 21,-22-21,21 21,-21 21,0 21,0 22,0-22,0-21,0 21,-21 1,21-1,0 1,-43-1,43 21,-21-20,21-1,0 0,0 1,-21-1,21 0,-21 1,21-22,0 21,0-21,-22 22,22-22,0 0,0 0,0 0,-21 0,21 1,0-1</inkml:trace>
  <inkml:trace contextRef="#ctx0" brushRef="#br0" timeOffset="83670.6957">3901 11182,'0'0,"0"-21,0 0,0 0,0 0,21-1,-21 1,0 0,21 21,-21-21,21 21,-21-21,22 21,-1 0,-21-22,21 22,0 0,0 0,0 0,0-21,1 21,-1 0,0 0,21 0,-20 0,-1 0,0 0,0 0,0 43,0-22,0-21,-21 21,22-21,-22 42,0-20,0-1,0 0,0 0,-22-21,22 21,-42 0,0 0,21-21,0 22,-1-22,1 21,0-21,0 0,0 0,-1 21,1-21,0 0,42 0,-21-21,21 21,1 0,20 0,-21 0,0 0,1 0,-1 0,0 0,0 0,0 0,0 0,0 0,1 0,-1 21,0 0,0 0,-21 1,0-1,0 0,-42 0,42 0,-21-21,21 21,-43 0,22-21,0 22,0-22,0 21,0-21,-1 0,1 0,0 21,0-21,0 0,-1 0,22-42</inkml:trace>
  <inkml:trace contextRef="#ctx0" brushRef="#br0" timeOffset="83924.4299">4748 11330,'-22'0,"22"22,-21-22,21 21,-21 0,21 0,0 0,0 0,0 0,0 1,0-1,0 0,0 0,0 0,0 1,0-1,0 0,21 0,-21 0,21 0,-21 0</inkml:trace>
  <inkml:trace contextRef="#ctx0" brushRef="#br0" timeOffset="84476.9344">4959 11373,'0'-21,"21"21,-21-22,22 22,-1 0,0 0,0 0,0 22,0-22,0 0,1 21,-1-21,0 21,-21 0,0 0,-21 0,-22-21,22 0,21 21,-21-21,-21 0,21 0,42 0,21-21,-21 21,0 0,1 0,-1 0,0 0,0 0,0 0,1 0,-1 0,0 0,0 0,0 0,0 43,0-43,-21 21,22 0,-22 0,0 0,0 1,-43-22,43 21,-21-21,21 21,-42-21,21 21,0-21,-1 0,-20 0,21 0,-22 0,22 0,-21 0,0 0,-1 0,1 0,0 0</inkml:trace>
  <inkml:trace contextRef="#ctx0" brushRef="#br0" timeOffset="57456.8232">7647 11119,'0'-21,"0"-1,-42 22,42 43,0-1,0-21,0 0,0 0,0 22,0-22,0 21,0-20,0 20,0-21,0 21,0 1,0-22,0 21,0 1,0-22,0 21,-21-21,21 0,0 0,0 22,-21-22,21 0,0 0,0 1,-21-22,21-22,0-20,0 21</inkml:trace>
  <inkml:trace contextRef="#ctx0" brushRef="#br0" timeOffset="61756.307">10611 11182,'0'0,"0"-21,-21 0,21 0,0 0,-22-1,22-20,-21 21,21 0,0-1,0 1,0 0,0 0,0 0,43 21,-43-21,21 0,0 21,-21-22,42 22,-21 0,0-21,1 21,-1 0,0 0,0 0,0 0,1 0,-1 0,0 21,0-21,0 22,-21 20,21-42,-21 21,0 0,0 0,0 0,-42 1,0-1,42 0,-21 0,-1 0,1-21,0 22,0-22,0 21,-1-21,1 21,0-21,0 0,21 21,-21-21,21 21</inkml:trace>
  <inkml:trace contextRef="#ctx0" brushRef="#br0" timeOffset="61375.5779">10674 10928,'0'0,"-21"-21,0 21,21-21,-21 21,21-21,-21 21,21-21,0 63,21 0,-21 0,0-20,42 20,-42 0,21-20,-21 20,0 0,21 0,-21 1,0-1,0 1,0-1,0 0,0 0,0 1,0-1,0 22,0-43,-42 21,42 0,0-20,0-1,-21 0,21 0,0 0,0 1,0-1,0 0,0-63</inkml:trace>
  <inkml:trace contextRef="#ctx0" brushRef="#br0" timeOffset="58028.0638">7520 11309,'0'0,"0"-21,0 0,0-22,22 22,-22 0,0-21,0 21,0 0,21 21,-21-22,0 1,0 0,21 21,-21-21,21 21,0-21,0 21,0-22,1 22,-1 0,0 0,0-21,0 21,1 0,-1 0,0 0,0 0,0 21,0 1,-21 20,0-21,0 0,0 1,0-1,0 0,-42 21,42-21,-21 0,21 1,-42-1,20 0,22 0,-21 0,0 1,0-22,0 21,-1 0,1-21,21-42,21 42,-21-22,22 22,-22-42,42 42,-42-21,21 0,0-1,1 22,-1 0,-21-21,21 21,0-21,0 21,0 0,0 0,1 0,-1 21,0 0,0 22,0-22,-21 0,0 0,0 1,0-1,0 0,-21-21,21 21,-42 0,21 0,21 0,-22-21,22 22,-42-22,21 21,0-21,0 21,0-21,-1 0,1 0,0 0,0 0</inkml:trace>
  <inkml:trace contextRef="#ctx0" brushRef="#br0" timeOffset="62752.748">10632 11246,'-21'-22,"21"1,-21 21,63 0,-21 0,21 0,-21 0,1 0,-1 0,0 0,0 0,0 21,1-21,-22 22,21-22,-21 21,21 21,-21-21,0 1,0-1,-42 0,42 0,-22 0,22 0,-42 0,21 1,0-1,-1 0,1 0,0 0,0 1,0-1,0-21</inkml:trace>
  <inkml:trace contextRef="#ctx0" brushRef="#br0" timeOffset="63339.486">11203 11478,'0'0,"-21"0,21-21,-21 21,21-21,0 0,42 21,-42-21,21 21,22 0,-22-21,0 21,0 0,1 0,-22 42,0-21,0 0,0 0,-22 1,22-1,-21-21,21 21,-42-21,42 21,-21-21,-1 21,1 1,0-22,21 21,21-21,-21 21,21-21,22 0,-22 0,0 0,22 0,-22 0,0 0,-21 21,0 0,0 0,-21 0,-22 1,22-1,0 0,-21-21,20 21,1-21,0 21,0-21,0 22,0-22,0 0,-1 0,1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4:46.065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49 0,'0'0,"-21"0,0 21,0-21,42 0,21 21,-21-21,22 0,-1 0,1 0,-1 0,21 0,1 0,-1 0,1 0,-1 0,22 0,-21 0,20 0,1 0,0 0,-1 0,22 0,-21 0,-1 22,1-22,0 0,-1 0,-20 0,21 0,-22 0,0 0,1 0,0 0,-1 21,-21-21,22 0,-43 0,21 0,1 0,-22 0,0 0,0 0,0 0,0 0,1 0,-1 0,0 0,0 0,0 0,1 0,-65-21,43-1,-21 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5:43.170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42 425,'0'0,"0"-21,0 0,-21 0,21-1,0 1,-21 21,21-21,0 0,0 0,0 0,0 0,0-1,0 1,21 21,-21-21,21 0,-21 0,21 21,-21-22,21 22,-21-21,22 21,-1 0,0-21,0 21,-21-21,43 21,-22 0,0-21,0 21,0 0,0 0,0 0,22 0,-22 0,0 0,0 21,1-21,-22 42,0-21,0 1,0-1,0 0,-22 0,22 0,-42 1,21-1,21 0,-43-21,22 21,21 0,-21-21,0 21,0-21,0 21,0-21,21 22,-22-22,1 0,0 0,21 21,-21-21,21-21,21 21,-21-22,21 22,-21-21,43 21,-22 0,0-21,0 21,0-21,0 21,0 0,1 0,-1 0,21 0,-21 0,1 0,-1 0,0 0,0 21,0-21,0 21,0 22,1-43,-22 42,0-21,0 0,0 1,0-1,-43 0,43 0,-21 0,21 0,-42 0,21 1,0-22,-1 21,1 0,0-21,0 21,0 0,-1-21,1 22,0-22,0 21,0-21,0 0,21-43,0 22</inkml:trace>
  <inkml:trace contextRef="#ctx0" brushRef="#br0" timeOffset="-706.0999">169 214,'-21'-22,"21"1,0 0,-21 21,21-21,0 0,0-1,0 1,0 0,21 21,0 42,0 1,-21-22,22 0,-22 22,0-22,0 21,0 0,0 1,0-1,0 0,0 22,-22-22,22 22,0-22,-42 22,42-22,-21 0,21 0,-21 1,21-22,-22 21,22-20,0-1,0 0,-21 0,21 0,-21-21</inkml:trace>
  <inkml:trace contextRef="#ctx0" brushRef="#br0" timeOffset="1118.2184">931 446,'-21'0,"21"22,0-1,21-21,-21 21,0 0,0 0,0 0,0 0,0 1,0-1,0 0,0 0,0 0,0 1,0-1,0 0,0 0</inkml:trace>
  <inkml:trace contextRef="#ctx0" brushRef="#br0" timeOffset="1371.4466">1122 446,'0'0,"0"22,0-1,-22 0,22 21,0-21,0 0,0 1,0-1,-21 0,21 0,0 0,0 1,0-1,0 0,21-21</inkml:trace>
  <inkml:trace contextRef="#ctx0" brushRef="#br0" timeOffset="6957.7867">1503 319,'0'0,"-43"0,43-21,0 0,0 0,0 63,0 0,0 1,0-22,22 43,-22-22,0 0,21 22,-21-1,0-20,0 20,21 0,-21 1,0-22,0 22,0-22,0 22,0-22,-42 0,42 22,0-22,-22 0,22-20,-21 20,21 0,0-20,0-1,0 0,-21-21,21 21</inkml:trace>
  <inkml:trace contextRef="#ctx0" brushRef="#br0" timeOffset="7575.7486">1460 552,'0'0,"0"-21,0 0,0-21,0 20,43 1,-43 0,0 0,21 0,-21-1,21 1,-21 0,21 0,0 21,-21-21,21 21,1 0,-1 0,0 42,0-42,0 21,1-21,-22 21,21-21,0 22,0-1,-21 0,21-21,-21 21,0 0,0 1,0-1,0 0,-21-21,21 21,-42 0,21 0,-1 0,1-21,0 0,21 22,-21-22,0 0,21 21,-22-21,44 0,-22-21,42 21,-21 0,0-22,1 22,-1 0,0-21,0 21,21 0,-21 0,1 0,-1 0,0 0,0 0,-21 43,21-22,-21 0,0 0,0 0,0 1,0-1,-42 0,21 0,21 0,-64 0,43 0,0 1,0-22,0 21,0 0,-1-21,1 21,0-21,0 0,0 0,-1 0,1 0,0 0,21-21,0-21</inkml:trace>
  <inkml:trace contextRef="#ctx0" brushRef="#br0" timeOffset="8098.736">2138 722,'21'0,"0"-22,-21 1,21 21,0-21,1 21,-1 0,0 0,0 0,0 0,0 0,0 0,1 0,-1 0,-21 21,21-21,-21 21,21-21,-21 22,0-1,0 0,0 0,-42 0,21 0,21 0,-43-21,22 22,0-1,0 0,0-21,0 21,-1-21,22 21,-21-21,0 0,21 22,-21-22,42 0,0 0,22 0,-22-22,0 22,0 0,0-21,0 21,22-21,-22 21,0 0,0 0,0-21,1 21,-1 0,0 0,0 0,0-21,0 21,0 0,1 0,-1 0</inkml:trace>
  <inkml:trace contextRef="#ctx0" brushRef="#br0" timeOffset="8359.1022">2900 573,'0'0,"0"-21,-22 63,22-20,-21 20,21-21,0 0,-21 1,21-1,0 0,0 21,-21-21,21 0,0 1,0-1,0 0,0 0,21-21,-21-42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5:46.349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22 180,'0'0,"0"-22,21 1,-21 0,0 0,0 0,21 0,-21 0,0-1,21 22,0 0,0 0,0 0,1 0,-1 0,0 0,0 22,0-22,1 0,-1 0,0 21,0-21,0 0,0 0,0 21,1-21,-1 0,-21 21,0 0,0 0,-43 0,43 1,-42-1,0 0,21 0,-22-21,22 21,0-21,0 22,0-22,-1 0,1 21,0-21,0 0,0 0,0 0,0 0,-1 0,65 0,-22 0,21 0,-21 0,0 0,1 0,-1 0,0 0,0 0,22 0,-22 0,0 0,0 0,0 0,0 0,0 0,-21 42,22-42,-1 21,-21 0,21-21,-21 43,0-22,0 0,-42 0,42 0,-43-21,43 22,-42-1,21-21,0 21,-22-21,22 21,-21-21,21 21,-22-21,22 0,0 0,0 0,0 0,0 0,21-21,42 21,-42-21,42 21</inkml:trace>
  <inkml:trace contextRef="#ctx0" brushRef="#br0" timeOffset="-637.2255">127 286,'0'0,"-42"-22,42 1,-21 0,21 0,0 0,0-1,0 1,0 0,0 42,0 22,0-1,0-21,-42 22,42-1,0 0,0 0,-22 1,22-1,0 1,-21-1,21 21,0-20,0-1,-21 0,21 1,0-22,-21 21,21-21,0 22,0-22,0 0,-21 0,21 0,0 1</inkml:trace>
  <inkml:trace contextRef="#ctx0" brushRef="#br0" timeOffset="270.6354">635 434,'-21'-22,"21"65,0-22,0 21,0-20,0-1,0 0,0 0,0 0,0 0,21 0,-21 1,0-1,0 0,0 0,0 0,0 1,0-1</inkml:trace>
  <inkml:trace contextRef="#ctx0" brushRef="#br0" timeOffset="763.0373">889 455,'0'-21,"0"-1,21 22,1 0,-1 43,0-43,-21 21,21-21,0 0,1 0,-22 21,21-21,-21 21,0 1,0-1,-43-21,43 21,-21 0,-21-21,42 21,-21-21,21 21,-22-21,1 21,0-21,0 22,0-22,21 21,0 0,21-21,21 0,-21 0,22-21,-22 21,0-21,0 21,1-22,-1 22,-21-21,21 21,0 0,0 0,0-21,0 21,1-21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5:53.300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134 784,'-21'0,"0"0,21 21,42-21,-21 21,0 0,1 0,-1-21,0 0,0 22,0-22,1 0,-1 21,21-21,-21 21,21-21,-20 0,20 21,0-21,1 21,-22-21,21 0,0 22,1-22,-1 0,1 0,-1 0,0 0,-21 0,22 0,-1 0,0-22,1 22,-22-21,21 21,0-42,-20 42,20-21,-21-1,0 1,22 0,-22 0,0 21,0-21,0 0,-21 0,21-1,1 1,-22 0,0 0,21 0,-21-22,0 22,0 0,0 0,0 0,0 0,0-1,0 1,0 0,0 0,0 0,0-1,-21 1,21 0,0 0,-22 21,22-21,-42 0,42 0,-21 21,0-22,-21 1,20 21,1-21,0 21,0-21,-22 21,22-21,0-1,0 22,-21-21,21 21,-1-21,-20 21,21-21,0 21,-22 0,22-21,0 21,0 0,0 0,0-21,-1 21,1 0,0 0,0 0,0 0,-1 0,1 0,0 0,0 0,0 0,-21 42,20-42,1 0,0 0,0 0,0 21,-1-21,1 21,0 0,0-21,0 22,0-22,0 21,-1-21,1 21,0 0,0 0,0 1,-1-1,1-21,0 42,0-21,0 0,0 22,0-22,21 21,-22-21,1 22,21-22,0 21,0-21,0 22,0-22,0 0,0 0,0 0,0 1,21-1,-21 0,22-21,-22 21,42-21,-21 21,0-21,0 21,0-21,1 0,-1 0,21 0,-21 0,22 0,-22 0,21 0,0 0,1 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5:54.596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212 613,'22'21,"-1"-21,0 0,0 22,0-22,0 21,0-21,1 0,-1 21,0 0,21-21,-20 21,20-21,-21 22,21-22,1 21,-22-21,21 21,0-21,1 0,-1 0,0 0,1 0,-1 0,1 0,-1 0,0 0,-21-21,22 21,-1 0,-21-21,22 21,-22-22,21 22,-21-21,21 0,1 0,-1 21,-21 0,22-21,-1-1,-21 22,21-21,-20 21,-1-21,0 21,0-21,0 0,1 0,-1 21,-21-21,21-1,-21 1,21 21,-21-21,0 0,0 0,0-1,0 1,0 0,0 0,0 0,-21 0,21 0,-21 21,21-22,-43 1,22 0,21 0,-42 21,21-21,-1-1,-20 22,21-21,-21 0,-1 21,1-21,0 21,-1-21,1 21,0 0,-22-21,22 21,-1 0,1-21,0 21,-22 0,22 0,0 0,-1 0,1 0,-22 0,22 0,0 0,21 0,-22 0,1 0,21 0,-21 21,20-21,-20 0,21 21,0-21,-22 21,22 0,0 0,-21 0,21 1,-1-1,1 0,0 0,0 0,0 1,-1-1,22 0,-21 0,0 0,21 0,-21 22,0-22,21 0,0 0,0 0,-21 1,21-1,0 0,0 0,0 0,0 0,0 0,0 1,42-22,-42 21,21 0,-21 0,42-21,-42 21,22 1,-1-22,21 21,-21-21,1 21,-1-21,21 0,-21 21,0-21,22 0,-22 0,21 0,-21 0,1 0,20 0,-21 0,0 0,0 0,0 0,1 0,-1 0,0 0,0 0,-21-21,0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6:04.608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0 64,'0'21,"21"-21,0 0,0 0,21 0,1 0,-22 0,0 0,0 0,22 0,-22 0,0 0,21-21,-21 21,0 0,22 0,-1 0,-21 0,22 0,-1 0,0 0,1 0,-1-22,0 22,1 0,-1 0,0 0,1 0,-1 0,0 0,1 0,-1-21,0 21,1 0,-22 0,21 0,1 0,-22 0,21 0,0 0,-21 0,22 0,-22 0,21 0,-20 0,20 0,-21 0,21 0,-21 0,22 0,-22 0,21 0,1 0,-22-21,21 21,0 0,1 0,-22 0,21 0,-20 0,20 0,-21 0,0 0,0 0,22 0,-22 0,0 0,0 0,0 0,1 0,-1 0,0 0,0 0,0 0,21 21,-20-21,-1 0,0 0,21 0,-20 0,-1 0,0 0,21 0,-21 0,0 0,22 0,-22 0,0 0,0 21,22-21,-22 0,0 0,21 0,-21 0,22 0,-22 22,21-22,1 0,-22 0,21 0,0 0,-20 0,20 0,-21 0,22 0,-1 0,-21 0,21 0,1 0,-1 0,-21 21,22-21,-22 0,21 0,-21 0,21 0,-20 21,20-21,-21 0,0 0,22 0,-22 0,21 0,-21 0,0 21,22-21,-22 0,0 0,22 0,-22 0,0 0,21 0,-21 21,22-21,-22 0,0 0,21 0,-20 0,-1 0,0 22,21-22,-21 0,0 0,22 0,-22 0,21 0,-20 21,20-21,-21 0,21 0,1 0,-22 0,21 0,-21 0,22 0,-1 0,-21 0,21 0,-20 0,20 0,-21 0,22 0,-1 0,-21 0,21 0,-21 0,22 21,-22-21,21 0,-20 0,20 0,-21 0,21 0,1 0,-22 0,21 0,-21 0,22 0,-1 0,-21 0,21 0,1 0,-22 0,21 0,-20 0,20 0,0 0,-21 0,22 0,-1 0,0 0,1 0,-22 0,21 0,0 0,1 0,-1 0,1 0,-1 0,0 0,0 0,1-21,-1 21,-21 0,22 0,-1 0,0 0,1 0,-1 0,0 0,1-21,-1 21,0 0,1 0,-1 0,0 0,1 0,-1 0,0-22,1 22,20 0,-20 0,-22 0,21 0,0 0,1 0,-22 0,21 0,0 0,-20 0,-1 0,21 0,-21 0,0 0,22 0,-22 0,0 0,0 0,1 0,-1 0,21 0,-21 0,0 0,0 0,1 0,-1 0,0 0,0 0,0 0,1 0,-1 0,0 0,0 0,0 0,0 0,0 0,1-21,-1 21,0 0,0 0,22 0,-22 0,0 0,0 0,0 0,0 0,0 0,1 0,-1-21,0 21,0 0,22 0,-22 0,0 0,0 0,0 0,0 0,0 0,1 0,-1 0,0 0,21 0,-20 0,-1 0,0 0,0 0,0 0,0 0,0 0,1 0,-1 0,0 0,0 0,0 0,1 0,-1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6:05.813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0 0,'22'0,"-1"0,0 0,0 0,0 0,0 0,0 0,22 0,-22 0,21 0,-20 0,20 0,0 22,0-22,1 0,-1 0,22 0,-22 21,21-21,-20 0,20 0,-20 0,20 0,1 0,-1 0,1 21,-1-21,1 0,-1 0,22 0,-22 0,22 0,-21 0,20 0,-20 21,20-21,-20 0,20 0,-20 0,21 0,-22 21,22-21,0 0,-22 0,22 0,-22 22,22-22,-22 0,22 0,-21 0,-1 21,22-21,-22 0,1 0,-1 0,1 0,-1 21,1-21,-1 0,1 0,-1 0,1 21,-1-21,1 0,-22 0,0 21,1-21,-1 0,0 0,-21 0,1 0,-1 0,0 0,0 0,-21 21,21-21,-42 0,0 0,0 0,21-21,-21 21,21-21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7:45:21.704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9786 9616,'0'0,"0"-21,21 21,-21-21,21 21,-21 21,-42-21,42 42,-21 0,-22-21,22 22,0-1,0 1,-22-1,22 0,-22 0,22 1,0-1,0 1,-22 20,22-42,0 21,0 1,-1-1,1-21,0 22,0-22,21 0,-22 0,1 0,21 0,-21-21,21 22,-21-22,-1 0,22-22,0-20,0 21,0 0,0 0,0-1,0 1,0-21,0 21,0 0,0-1,22 1,-22 0,0 0,21 21,-21-21,0 63,0 0,0-20,0-1,0 0,0 21,-21-21,21 1,0-1,0 0,0 0,0 0,0 0,0 1,42-1,-21-21,22 0,-22 0,0 0,1 0,20-21,-21 21,1-22,20 22,-21-21,0 21,1-21,-1 21,0-21,0 21,1-21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06.842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1913 494,'0'33,"0"-49,0-1,0 0,0 0,0 0,0 0,0 0,0 0,0 0,0-17,0 17,17 0,-17-17,17 18,-17-18,17 0,-17 17,17-17,-17 17,0 0,17 0,-17 0,0 0,17 0,-17 0,0 1,17 16,-34 0,17 16,-34-16,34 17,-34-17,17 0,0 17,0-17,1 17,-18-17,0 0,17 0,-17 17,-17-17,17 0,0 0,1 17,-18-17,17 0,-17 0,0 0,1 17,-1-17,0 0,0 0,0 0,1 0,-1 0,0 0,0 0,0 0,17 17,-16-17,-1 0,0 0,0 0,0 0,1 0,-1 0,17 0,-17 0,17 0,0 0,1 0,-1 0,0 0,0 0,0 0,17 0,-17 0,17 0,-16 0,16 0,0 0,0 0,0 0,0 0,0 0,17 17,0 17,0-17,0 0,17 0,-17 0,0-1,0 1,0 0,0 0,17-17,-17 17,17-17,-17-17,0 0,0 0,0 0</inkml:trace>
  <inkml:trace contextRef="#ctx0" brushRef="#br0" timeOffset="359.3342">-169 70,'0'17,"0"0,33 0,-33 0,0 0,17 0,-17 0,0 0,0 0,0 0,0 0,17-1,-17 18,0-17,17 0,-17 0,0 0,0 0,17 0,-17 0,17-17,-17 17,17-17,0 0,0 0,0 0,0 0,0 0,0 0,0 0,0 0,16 0,-16-17,0 17,17 0,-17-34,0 34,0 0,17 0,-17-17,0 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09.697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35,'0'17,"0"0,0 0,17-17,-17 17,16 0,1-17,0 0,-17 17,17-17,0 0,0 0,0 0,-17-17,17 17,0-17,0 17,0 0,0-17,0 17,0-17,0 17,-1 0,1 0,0-17,0 17,0 0,0-17,17 17,-17 0,0 0,0 0,0 0,0-17,0 17,0 0,-1 0,1 0,0 0,0 0,0 0,0 0,0 34,0-34,-17 17,17-17,0 17,0-17,-17 17,17-17,-17-17,0 0,0 0,17 17,-17-17,17 17,-17-17,17 17,-1 0,1 0,-17-17,17 17,0 0,0 0,0 0,0 0,0 0,0 0,0 0,0 0,0 0,0 17,0-17,0 0,-1 17,1-17,0 17,0-17,0 17,0 0,0-17,0 0,0 17,0-17,0 0,0 0,0 0,-17-17,17 17,-17-17,17 17,-17-17,0 0,16 17,1 0,0-17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10.955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0,'17'0,"0"0,0 0,0 0,0 0,0 0,0 0,0 0,0 0,0 0,0 0,-1 0,1 0,0 17,0-17,0 0,0 0,0 0,0 0,0 0,0 0,0 0,0 0,0 0,0 0,0 0,-1 0,1 0,0 0,0 0,0 0,0 0,0 0,0 0,0 0,0 0,0 0,0 0,0 0,0 0,0 0,-1 0,1 0,0 0,0 0,0 0,0 0,0 0,0 0,0 0,0 0,0 0,0 0,17 0,-17 0,-1 0,1 0,0 0,0 0,0 0,0 0,0 0,0 0,0 0,0 0,0 0,0 0,17 0,-17 0,-1 0,1 0,0 0,0 0,0 17,0-17,0 0,0 0,0 0,0 0,0 0,0 0,0 0,0 0,0 0,-1 0,1 0,0 0,0 0,0 17,0-17,0 0,0 0,0 0,0 0,0 0,0 0,0 0,0 0,0 0,-1 0,1 0,0 0,0 0,0 0,0 0,0 0,0 0,0 0,0 0,0 0,0 0,0 0,0 0,0 17,-1-17,1 0,0 0,0 0,0 0,0 0,0 0,0 0,0 0,0 0,0 0,0 0,0 0,0 0,0 0,-1 0,1 0,0 0,0 0,0 0,0 0,0 0,0 0,0 0,0 0,0 0,0 0,0 0,0 0,0 0,-1 0,1 0,0 0,0 0,0 0,0 0,0 0,0 0,-17-17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16.032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0 386,'0'0,"0"-17,17 17,0-17,0 17,0-34,0 17,17 0,-17 0,17 0,0 0,0-17,-1 17,1 1,0-18,0 17,-17 0,17 0,-17 0,0 0,0 0,0 0,-1 17,1 0,-17-17,0 34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17.881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899 237,'0'-17,"0"0,0 1,0-1,0 0,0 0,-17 17,17-17,-17 17,0 0,17-17,-17 17,0 0,17-17,-17 17,0 0,0-17,0 17,0 0,0 0,1-17,-1 17,0 0,0 0,0 0,0-17,0 17,0 0,0 0,0 0,0 0,0 0,0 0,0 0,0 0,1 0,-1 0,0 17,0-17,0 0,0 17,0-17,0 17,0-17,0 0,0 17,0-17,0 17,0 0,0-17,1 17,-1 0,0-17,0 17,0-1,0-16,17 17,-17 0,17 0,-17 0,17 0,-17 0,17 0,-17 0,17 0,-17 17,17-17,0 0,-17 0,17-1,0 1,0 0,0 0,0 0,0 0,0 0,0 0,0 0,0 0,0 0,34 0,-34 0,0 0,17 0,-17-1,17 1,0 0,-17 0,17-17,0 17,0-17,-17 17,17-17,0 0,0 17,-1-17,1 0,0 17,0-17,0 0,0 0,17 0,-17 0,0 0,0 0,0 0,0 0,0 0,0 0,-1 0,18 0,-17 0,0-17,0 17,0 0,17 0,-17-17,0 17,0 0,0 0,0-17,16 17,-16-17,0 17,0 0,0-17,0 17,0-17,0 17,0 0,0-17,0 1,0-1,0 17,0-17,0 17,-17-17,16 17,1-17,-17 0,17 17,-17-17,17 0,-17 0,17 0,-17 0,0 0,17 0,-17 0,0 0,0 1,0-1,0 0,0 0,0-17,0 17,0 0,0 0,-17 0,17-17,0 17,-17 0,17 0,-17 1,17-1,-17 0,0 0,1 0,16 0,-17 0,0 17,17-17,-17 17,0-17,0 17,0-17,0 17,-17-17,17 17,0 0,0-17,-17 17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20.089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951 309,'0'-17,"0"0,17 17,-17-17,0 0,0 0,0 0,-34 0,34 0,0 1,-17 16,0-17,1 0,-1 0,0 17,17-17,-17 17,17-17,-17 17,0-17,0 17,17-17,-17 17,0 0,0 0,0-17,0 17,-17 0,17 0,1 0,-1-17,0 17,-17 0,17 0,0 0,0 0,0 0,0 0,0 0,0 0,0 0,-17 0,18 0,-1 17,0-17,0 0,0 17,0-17,0 17,0-17,0 0,0 0,0 17,0-17,0 17,0-17,0 17,1-17,16 17,-17-17,17 17,-17-17,17 17,-17-1,17 1,-17 0,17 0,0 0,-17 0,17 0,0 0,-17 0,17 0,0 0,0 0,-17 0,17 0,0 0,0-1,0 1,0 0,0 0,0 0,17 0,-17 0,17 0,-17 0,17-17,-17 17,17-17,-17 17,17-17,-17 17,17 0,0 0,-1 0,-16-1,17-16,-17 17,17 0,0 0,0 0,0 0,0 0,0-17,0 0,0 17,0-17,0 17,0-17,0 0,-17 17,17-17,-1 0,1 0,0 0,0 0,0 0,0 0,0 0,0 0,0-17,0 17,0 0,0-17,0 17,0-17,0 17,-1-17,1 17,0-17,0 17,0-17,0 17,0-17,0 0,0 17,0-17,0 1,0-1,-17 0,17 0,0 0,-17 0,17 17,-17-17,0 0,16 17,-16-17,0 0,17 17,-17-17,0 0,17 0,-17 0,0 0,17 1,-17-1,0 0,0 0,0 0,0 0,0 0,0 0,-17 17,17-17,0 0,-17 0,17 0,0 0,0 0,-17 0,17 1,0-1,0 0,-16 17,16-17,0 0,-17 17,17-17,-17 17,17-17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22.83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19 0,'0'17,"0"0,-17-17,17 17,0 0,0-1,0 1,0 0,0 0,0 0,0 0,0 0,0 0,17 0,-17 0,34-17,-34 17,17-17,0 0,-1 17,1-17,0 0,0 0,0 0,0 0,0 0,0 0,0 0,0 0,17-17,-17 17,0 0,0-17,16 17,-16 0,0-17,17 17,-17-17,0 17,17-17,-17 17,0 0,0 0,17-17,-18 17,1 0,0-17,17 17,-17 0,0-17,17 17,0 0,-17-17,17 17,-17 0,16-17,1 17,0 0,0 0,0-17,0 17,-17 0,17 0,-1 0,1 0,0 0,0 0,-17 0,17 0,-17 0,0 0,17 0,-18 0,1 0,0 17,0-17,0 0,0 0,0 17,0-17,0 17,0 0,0-17,-17 17,17-17,0 17,0-17,-17 17,17 0,-1 0,1 0,0-17,0 0,0 0,0 0,0 0,0 0,-17-17,17 17,0 0,-17-17,17 17,0 0,0-17,0 17,0 0,-1-17,1 17,0 0,0-17,0 17,0-17,0 17,17 0,-17-17,17 17,-17-17,17 17,-1 0,-16 0,17-17,-17 17,17 0,-17 0,17 0,-17 0,17 0,-17 0,16 0,-16 0,17 0,0 0,-17 0,17 0,0 0,0 0,-17 0,16 0,1 0,0 0,0 0,0 0,0 0,0 0,16 0,-16 0,0 0,0 0,0 0,0 0,-17 0,17 0,-1 0,-16 0,17 0,0 0,-17 0,17 0,-17 0,17 17,0-17,-18 0,18 0,-17 0,17 0,0 0,-17 0,17 0,0 0,-17 0,16 0,-16 0,17 0,-17 0,17 0,-17 0,17 0,0 0,-17 0,17 0,-18 17,18-17,0 0,0 0,-17 0,17 0,0 0,0 0,-1 0,1 0,0 0,0 0,0 0,-17 0,17 17,0-17,-1 0,1 0,-17 0,17 0,0 0,0 0,-17 0,17 0,0 17,-1-17,-16 0,17 0,0 0,0 0,0 17,-17-17,17 0,-1 0,1 0,0 0,0 0,0 0,0 0,0 0,0 0,-1 17,1-17,-17 0,17 0,0 0,0 0,-17 0,17 0,-1 0,-16 0,17 17,-17-17,0 0,17 0,-17 0,17 17,-17-17,17 0,-17 0,16 0,-16 0,17 0,-17 0,17 0,-17 0,0 0,0 0,17 0,-17 0,16 0,-16 0,0 0,17 0,-17 0,0 0,0 0,17 0,-17 17,0-17,0 0,0 0,0 0,-1 0,1 0,0 0,0 0,0 0,17 0,-17 0,0 0,0 0,0 0,0 0,0-17,0 17,0 0,-1-17,1 17,0-17,0 17,0-17,0 17,0 0,-17-17,17 17,-17-17,17 17,0-17,-17 0,17 17,-17-17,17 17,-17-17,0 1,0-1,0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25.396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0 203,'0'-17,"0"34,0 0,17-17,-17 17,17 0,-17 0,16 0,1 0,-17 0,17-17,-17 17,0 0,17-17,-17 17,17-17,-17 17,17-17,0 16,0-16,0 0,0 0,0 0,0 0,0 0,0-16,0 16,-1-17,18 17,-17-34,0 34,0-17,17 17,-17-17,0 0,17 17,-17-17,17 0,-1 17,-16-17,17 0,0 17,-17-17,17 17,0-17,-17 17,17-17,-1 17,-16 0,17 0,-17 0,17-17,-17 17,17 0,-17 0,0 0,0 0,16 0,-16 0,0 34,0-34,0 17,0-17,0 17,0 0,0-17,0 17,0 0,0-17,0 17,0-17,0 17,-1-17,1 0,0 17,0-17,0 17,0-17,0 0,-17 17,17-17,0 0,0-17,0 0,0 0,0 17,0-17,0 17,-1 0,1 0,0-17,0 17,0 0,0-17,0 17,0 0,0 0,0-17,17 17,-17 0,0 0,0-17,-1 17,18 0,-17 0,0 0,17 0,-17-17,0 17,17 0,0 0,-17 0,16-17,1 17,-17 0,17 0,0 0,0 0,-17 0,17 0,-17 0,16 0,-16 0,17 0,-17 0,0 0,17 0,-17 0,17 0,-17 0,17 0,-1 0,-16 0,17 0,0 0,0 0,-17 0,17 0,0 0,0 0,-1 0,1 0,0-17,-17 17,17 0,0 0,0 0,-17-17,16 17,1 0,-17 0,17 0,-17 0,17 0,-17 0,17 0,-17 0,17 0,-1 0,-16-16,17 16,0 0,0-17,0 17,-17 0,17-17,-1 17,-16 0,17 0,-17 0,0-17,0 17,17 0,-17 0,0 0,0 0,17 0,-17 0,-1 0,1 0,0 0,0-17,0 17,0 0,0 0,-17-17,17 17,0 0,-17-17,17 17,-17-17,0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51.461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3387-169,'0'-16,"0"-1,17 17,16 0,-16 0,17 0,-17 0,17 0,0 0,-17 0</inkml:trace>
  <inkml:trace contextRef="#ctx0" brushRef="#br0" timeOffset="-178.7398">3488-406,'0'17,"0"0,17-17,-17 17,0 0,17 0,-17 0,0 0,17 0,-17 17,0-17,0 0,0 0,0 16,0-16,0 0,0 17,-17-17,17 0,0 17,-34-17,34 0,-17-17,17 17,0 0,-17-17</inkml:trace>
  <inkml:trace contextRef="#ctx0" brushRef="#br0" timeOffset="537.5493">4047-118,'-17'0,"17"17,17-17,-17-17,0 0,0 0,0 0,-34 1,17 16,-17 0,17 0,1 0,-1 0,0 0,-17 0,17 16,0-16,-17 17,17-17,-17 17,17-17,0 34,0-34,1 17,-1 0,17 0,-17 0,17 0,0 0,0 0,0 0,17-17,0 0,16 0,-16 0,0 0,17-17,-17 17,-17-17,17 17,0-34,0 34,0-17,0-17,0 17,-17 0,17 51,-17-17,0 0,17 0,-17 0,0 0,16-17,-16 17,17 0,0 0,0-17,-17 17</inkml:trace>
  <inkml:trace contextRef="#ctx0" brushRef="#br0" timeOffset="844.1281">4267-253,'0'-17,"17"17,0 34,17-17,-17 0,0 0,0-1,0 1,0 0,0 0,-1 17,1-17,0 0,0 0,0 0,0 0,0 0,0 0,0-17,0 17,0 0,0-17,-17 16,17-16,0 0,-17-16</inkml:trace>
  <inkml:trace contextRef="#ctx0" brushRef="#br0" timeOffset="1040.021">4640-219,'0'0,"0"-17,0 0,0 0,0 0,-17 17,17 17,-34-17,34 34,-17-17,-17 0,17 16,0 1,0-17,0 17,0 0,-16 0,16 0,0-17,0 17,0-1,0-16,0 0</inkml:trace>
  <inkml:trace contextRef="#ctx0" brushRef="#br0" timeOffset="-507.4829">2066-152,'-17'0,"17"17,-17-17,17 34,-17-34,17 17,0 0,0 0,0 0,0 0,0 0,17 0,-17 0,34 0,-17 0,0-17,0 16,0-16,0 0,-1 0,18 0,-17 0,0 0,17 0,-17 0,0 0,0-16,0 16,0-17,0 17,0-34,0 34,-17-17,16 0,-16 0,0 0,0 0,0 0,0 0,-16 0,16 0,-17 17,0 0,17 17,0 0,34 0,-34 0,0 17,16-17,-16 0,17 17,-17-17,17 16,-17 1,17 0,-17-17,17 17,-17 0,17 0,-17-17,0 17,17-18,-17 18,0-17,0 0,0 0,0 0,0 0,0 0,0 0,-17-17,-17 0,17 0,0-17,0 17,1-17,16-17,-17 34,17-17,0-17,0 17,0 0,0 1,0-18,0 17,0-17,17 0,-17 0,16 0,-16 17,34-17,-17 1,0 16,0-17,0 17,0 0,0 0,0 0,0 17,-17-17,17 17,0-17,0 17,0 0,-1 0,1 0,-17 17,17-17,0 17,0 17,0-17,0-17,-17 17,17 0,0 0,-17 0,17 0,-17-1,17 1,0 0,-17 0,17-17,-17 17,17-17,-17-17,0-17,0 17,0 1,0-1,0 0,-17 17,17-17,0 0,0 0,0 0,0 0,0 0,17 17,-17-17,17 17,-1 0,1-17,0 17,0 0,0 0,0 0,0 0,0 0,0 0,0 0,0 0,0 17,0-17,0 34,0-17,-1 0,-16 0,0 0,17 0,-17 0,0 0</inkml:trace>
  <inkml:trace contextRef="#ctx0" brushRef="#br0" timeOffset="11504.7439">1118 695,'0'-17,"0"34,0 17,0-17,0 0,0 0,0 0,-17 0,17 0,0-1,0 1,0 0,0 0,0 0,0 0,0 0,0 0,0-51,0 17,0 0,0 0,0 0,0 0,0 1,0-1,0 0,0 0,0 0,0 0,0 0,17 17,-17-17,17 17,-17-17,16 17,1 0,0 0,0 0,0 0,0 0,17 0,-17 17,0-17,0 0,17 17,-17-17,0 17,-1-17,1 17,0-17,0 17,-17 0,17-17,-17 17,0 0,0-1,0 1,0 0,-17-17,0 0,0 0,17-17,-17 17,17-17,0 1,0-18,0 17,34 0,-34 0,17 0,0 17,-17-17,17 17,0-17,0 17,0 0,0 0,0 0,0 0,0 0,0 0,0 17,-1-17,1 17,-17 0,17-17,-17 17,0 0,0 0,0 0,0 0,0-1,0 1,-17-17,17 17,0 0</inkml:trace>
  <inkml:trace contextRef="#ctx0" brushRef="#br0" timeOffset="13165.466">1846 661,'0'17,"0"0,0 0,0 0,0 0,0 0,0 0,0 0,0 0,17-17,-17 17,17-17,0 0,-1 0,1 0,0 0,0 0,0 0,-17-17,17 17,-17-34,17 34,-17-17,0 0,17 17,-17-17,0 0,0 0,0 0,0 0,0 0,0 0,34 17</inkml:trace>
  <inkml:trace contextRef="#ctx0" brushRef="#br0" timeOffset="14588.1815">1236 831,'0'-17,"0"0,17 17,0 0,0 0,0 0,0-17,0 17,0 0,0 0,0 0,16 0,-16 0,0-17,0 17,17 0,0 0,-17-17,17 17,-17 0,17-17,-1 17,1 0,-17-17,17 17,-17 0,0-17,0 17,0 0,0 0,0 0,0 0,0 0</inkml:trace>
  <inkml:trace contextRef="#ctx0" brushRef="#br0" timeOffset="15023.8713">1304 864,'0'0,"-17"0,17 17,34-17,-17 0,17 0,-17 0,16 0,1 0,0 0,0 0,0-17,17 17,-17 0,-1-17,18 17,-17 0,0-16,0 16,17-17,-18 17,1 0,0 0,0-17,-17 17,17 0,-17 0,0 0,0 0,0 0,0 0</inkml:trace>
  <inkml:trace contextRef="#ctx0" brushRef="#br0" timeOffset="18584.0753">4606 610,'0'0,"17"17,0 0,0-17,0 17,0-17,-1 0,1 0,0 0,0 0,0 0,0 0,0 0,0 0,0-17,0 17,-17-17,17 17,-17-17,0 0,0 1,-17 16,-17 0,17 0,17-17,-17 17,0 0,0 0,0 0,0 0,0 0,17 33,-16-33,-1 17,0 0,17 0,-17 0,17 0,0 0,0 0,-17-17,17 17,0 0,0 0,34-17,0 17,-18-17,1 0,0 17,17-17</inkml:trace>
  <inkml:trace contextRef="#ctx0" brushRef="#br0" timeOffset="19132.9631">5131 610,'-17'-17,"0"17,0 0,0 0,0 0,0 0,17 17,-17-17,17 17,0 0,0 0,0 0,0 0,17 0,-17 0,17-17,-17 17,34-17,-34 17,17-17,0 0,0 0,0 17,0-17,0 0,0 0,-1 0,1 0,0 0,0-34,0 17,0 17,0-17,0 0,0 0,-17 0,17 0,-17 0,0 0,17 0,-17-16,0 16,0 0,17-17,-17 17,0-17,0 17,0 0,0-17,0 17,0 0,0 1,0-1,0 0,-17 17,17 17,-17-17,17 33,0-16,0 0,-17 0,17 0,0 17,0-17,-17 0,17 17,0-17,0 17,-17-17,17 16,0-16,0 0,0 0,-17 0,17 0,0 0,0 0,0 0,0 0,17-17</inkml:trace>
  <inkml:trace contextRef="#ctx0" brushRef="#br0" timeOffset="19652.0729">5266 593,'0'0,"34"0,-17 0,0 0,17 0,-34-16,17 16,0 0,0 0,0 0,0 0,-1-17,1 17,0 0,0-17,0 17,0 0,0 0,-17 17,0 0,0-1,0 1,0 0,0 0,0 0,0 0,0 0,34-17,-17 0,0-34,0 34,0-17,0 17,-17-17,17 17,-17-17,0 0,0 1,-17 16,0 0,17-17,-17 17,-17 0,17 0,0 0,17-17,-17 17,0 0,17-17</inkml:trace>
  <inkml:trace contextRef="#ctx0" brushRef="#br0" timeOffset="19960.5507">5757 458,'17'0,"0"0,0 0,0 0,-17 17,17-17,-17 17,17-17,-17 17,17-17,-17 17,17 0,0-17,-17 17,17 0,-17-1,17 1,-17 0,17-17,-17 17,0-34,0 0,-17 17,17-33,0 16,0 0,0 0,0 0,0 0,33 0,-33 0,17 0,0 0,0 0,17-17,-17 17,17 17</inkml:trace>
  <inkml:trace contextRef="#ctx0" brushRef="#br0" timeOffset="-21003.1711">8873 678,'0'0,"0"-17,0 0,0 34,0 0,17-17,-17 17,17 0,0 0,0 0,0-17,-17 17,17-17,0 0,0 0,-1 0,1 0,0 0,0 0,0 0,0 0,0-17,0 17,0 0,-17-17,17 17,-17-17,17 0,-17 0,0 0,0 0</inkml:trace>
  <inkml:trace contextRef="#ctx0" brushRef="#br0" timeOffset="-21252.7672">8958 221,'0'-17,"17"17,-17 34,0-17,0 0,0 0,0 0,0 0,0 16,0-16,0 0,0 17,0-17,0 17,0-17,0 17,0-17,0 0,0 0,0 16,0-16,0 0,0 0,0 0,0 0,0 0,0 0,0 0,0 0,0 0,-17-17,17 17,-17-17,0-17,0 0</inkml:trace>
  <inkml:trace contextRef="#ctx0" brushRef="#br0" timeOffset="-19718.9925">10651 627,'0'0,"-17"-17,17 0,0 1,0 49,0-16,0 0,0 0,0 0,0 0,17 0,-17 0,17-17,-17 17,17-17,0 0,0 17,0-17,0 0,0 0,0 0,16-17,-16 17,0 0,0-34,0 34,-17-17,17 17,0-17,0 0,-17 0,17 17,-17-17,0 0,0 0</inkml:trace>
  <inkml:trace contextRef="#ctx0" brushRef="#br0" timeOffset="-19995.2343">10685 238,'0'-17,"0"51,0-17,17 0,-17 17,0-18,0 1,17 17,-17-17,0 17,0-17,0 17,17-17,-17 0,0 17,0-17,0-1,0 1,0 0,0 0,0 0,0 0,0 0,0 0,0 0,0 0,0 0,0 0,-17-17,17-17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49.257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1101-118,'-17'0,"51"0,-34 17,17-17,-17 17,16-17,1 17,0-17,0 17,0 0,-17 0,17-17,0 17,-17 0,17 0,-17 0,0 0,0-1,0 1,0 0,0 0,0 0,-17 0,0 0,17 0,-34-17,34 17,-17-17,17 17,-34-17,18 0</inkml:trace>
  <inkml:trace contextRef="#ctx0" brushRef="#br0" timeOffset="-278.8299">0 831,'0'0,"17"0,-17 16,17-16,-17-33,0 16,17 17,-17-17,0 0,0 0,17 17,-17-17,0 0,0-17,0 17,17 0,-17 0,0-17,0 18,0-18,0 0,0 0,0 0,0 0,0 0,0 0,0 1,0-1,0 0,0 17,0-17,-17 17,17 0,0 0,0 0,-17 17,51 0,0 0,-18 0,1 0,0 0,0-17,17 17,-17 0,17 0,0 0,0 0,16 0,-16 0,0-17,17 17,-17 0,17 0,-1-16,-16 16,17 0,-17 0,17-17,-17 17,0 0,16 0,-16 0,0 0,0-17,-17 17,17 0,-17 0,17 0,-18 0,1-17,0 0,0 17</inkml:trace>
  <inkml:trace contextRef="#ctx0" brushRef="#br0" timeOffset="611.6392">1812-135,'17'0,"-17"-17,17 17,0 0,0-17,0 1,-1 16,1 0,-17-17,17 17,0 0,0 0,-17-17,17 17,0-17,0 0,0 0,-17 0,0 0,0 0,0 0,0 0,-17 0,17 0,-34 17,34-17,-17 17,0-17,0 17,0 0,0 0,1 0,-1 0,0 0,0 0,0 0,0 0,0 17,0-17,0 0,0 17,0-17,0 17,0-17,17 17,-17 0,0 0,1 0,16 0,-17 0,17 0,0 0,0 0,0 0,33-17,-33 17,17-17,-17 16,17-16,0 17,0 0,0-17,-17 17,17 0,0-17,0 17,0 0,-17 0,17-17,0 17,-17 0,0 0,17 0,-17 0,0 0,0 0,0-1,-34 1,34 0,-17-17,17 17,-34-17,17 17,0-17,0 0,0 17,0-17,0 0,0 0,-16 0,16 0,0 0,0 0,0 0,17-17,-17 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17.575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-1995-892,'0'17,"0"16,0-16,0 0,0 17,0 0,0-17,0 17,17 0,-17 0,0-17,34 16,-34-16,16 17,-16-17,17 0,-17 0,17 0,-17 0,17 0,0-17,0 17,0-17,0 0,0 0,-17-34,17 34,-17-17,17 17,-17-34,0 0,17 17,-17 0,0-17,0 18,0-18,0 0,0 0,0 17,0-17,0 0,0 17,0 0,0 0,0 1,0-1,0 34,0 16,17 1,-17-17,17 0,-17 0,33 0,-33 17,17-17,0 0,0 0,0 0,0 0,0-1,0-16,0 17,-17 0,17-17,0 0,0 17,0-17,0 0,0 0,-1 0,1 0,0 0,-17-17,17 17,-17-17,17 17,-17-33,0 16,17 0,-17 0,0 0,0 0,17-17,-17 17,0 0,0 0,0 0,0 0,17 0,-17 34,0 0,-17-17,17 17,0 0,0 0,0 0,0 0,0 0,0 0,0 0,0 0,0 0,17 0,0-1,-17 1,34 0,-17-17,0 17,0-17,16 17,-16-17,0 17,17-17,-17 0,17 17,0-17,-17 0,0 0,17 0,-17 0,-1 0,1 0,0 0,0-17,0 17,0-17,0 17,0-34,0 34,-17-17,17 0,0 1,-17-1,17 17,-17-17,0 0,0 0,0 0,-17 17,0 0,-17 0,17 17,0-17,17 17,-17-17,17 17,0 0,-17 0,17-1,0 1,0 0,34-17,-34 17,34 0,0 0,-17-17,0 0,17 17,-17-17,16 0,1 0,-17 0,17 0,-17 0,17 0,0-34,-17 34,17-17,-18 17,18-17,-17 17,17-34,-17 18,0 16,0-17,0 0,0 0,-17 0,17 17,-17-17,0 0,-34 17,17 0,0 0,0 0,0 34,0-34,17 17,-17-17,17 17,-17-17,17 17,0 0,-17-17,17 16,0 1,34-17,0 0</inkml:trace>
  <inkml:trace contextRef="#ctx0" brushRef="#br0" timeOffset="146.9077">-200-621,'0'17,"-17"-1,17 1,0 0,0 0,0 0,0 0,17-17,0 0,-17 17,33-17</inkml:trace>
  <inkml:trace contextRef="#ctx0" brushRef="#br0" timeOffset="601.8943">54-706,'-17'0,"17"17,-17-17,17 17,0 0,0 17,0-17,0-1,0 1,0 0,17-34,0 17,-17-17,17 1,-17-1,0 0,17 0,-17 0,0 0,16 0,-16 0,17 17,-17-17,17 17,0-17,0 17,0 0,0-17,0 17,0 0,0 0,0 0,0 0,0 0,-17 34,17-34,0 0,-17 17,16-17,-16 17,17-17,-17 17,17 0,-17 0,0 0,17-17,-17 17,0 0</inkml:trace>
  <inkml:trace contextRef="#ctx0" brushRef="#br0" timeOffset="737.8167">816-808,'0'0,"0"-17</inkml:trace>
  <inkml:trace contextRef="#ctx0" brushRef="#br0" timeOffset="-64090.9642">54 73,'17'-17,"-17"0,0 0,0 0,0 51,0 0,0-17,-17 0,17 17,0-17,0 16,0-16,0 17,0-17,0 17,0-17,0 0,0 0,0 0,0 0,17 0,-17-51,0 17,0 0,-34 0,34 0,0 0,0 0,0 0,0 0,-17 0,17-17,0 18,-17-1,17 0,0 0,0 0,0 0,0 0,0 0,34 17,-17-17,0 17,0 0,-1 0,1 0,0 17,0-17,0 17,0-17,0 34,0-17,0 0,0 0,0 0,0-1,0 1,0 0,0 0,-17 0,16 0,1 0,-17 0,0 0,17-17,-17 17,0-51,-34 34,34-17,0 0,0 0,0 0,0 0,-16 0,16 0,0 1,0-1,0 0,0 0,0 0,0 0,16 17,-16-17,17 17,0 0,0 0,0 17,0-17,0 34,0-17,0 0,0 0,-17-1,17 1,-17 0,0 0,17 0,-17 0,0 0,0 0,0 0,-34-17,34 17</inkml:trace>
  <inkml:trace contextRef="#ctx0" brushRef="#br0" timeOffset="-63246.068">1154 124,'0'0,"0"-17,17 17,0-17,0 17,0-17,0 0,0 17,0 0,0-17,0 17,0 0,0-17,0 17,-1-17,1 17,0 0,0-17</inkml:trace>
  <inkml:trace contextRef="#ctx0" brushRef="#br0" timeOffset="-62862.5232">1408-198,'0'0,"0"17,0 0,17-17,-17 34,0-17,17-17,-17 17,17-1,-17 1,17 0,-17 17,17-17,-17 0,17 0,-17 0,17-17,-17 17,17-17,0 0,0 0,-17-17,17-17,0 0,-17 17,0 0,0 0,16 17,-16-17,0 1,0-1,0 0,0 0,0 0,0 0,0 0,0-17,0 17,0 0,0 0,0 0,0 0</inkml:trace>
  <inkml:trace contextRef="#ctx0" brushRef="#br0" timeOffset="-62445.8522">1747-96,'0'0,"17"0,0 0,0 0,0 16,0-16,0 0,0 0,-1 0,1 0,0 0,0 0,0 0,0-33,0 33,0 0,0 0,-17-17,17 17,-17-17,0 0,0 0,17 17,-17-17,-34 17,17 0,0 0,0 0,0 0,0 17,0-17,0 17,0-17,1 17,-1 0,0-17,17 17,-17-17,17 17,0-1,0 1,0 0,0 0,0 0,0 0,34 0,-34 0,33-17,-16 17,0 0,17-17,0 17,-17-17,17 0,0 0,0 0</inkml:trace>
  <inkml:trace contextRef="#ctx0" brushRef="#br0" timeOffset="-61864.1223">2340-130,'0'0,"-17"-17,0 17,0 0,0 0,17 17,-17-17,17 17,-17 0,17-1,0 1,0 0,0 0,-17 0,17 0,0 0,0 0,0 0,0 0,34-17,-34 17,17-17,17 0,-17 0,0 0,0 0,0 0,-1-17,1 17,-17-17,17 17,0-34,0 34,0-17,0 0,-17 0,17 0,0 0,-17 0,17 1,-17-1,0 0,17 0,-17 0,0 0,0 0,0-17,17 17,-17-17,0 17,0 0,0 0,0 1,0-1,0 0,0 0,0 0,0 0,-34 17,34-17,0 34,0 0,0 0,0 0,0 17,0-18,0 18,0-17,-17 17,17-17,0 17,0-17,0 0,0 17,0-17,0 0,0-1,0 1,0 0,0 0,17 0,0-17,-17 17,17-17,17 0,-17 0</inkml:trace>
  <inkml:trace contextRef="#ctx0" brushRef="#br0" timeOffset="-61307.7222">2526-164,'0'0,"-17"0,51 0,-17 0,0 0,0 0,17 0,-18 0,1 0,17-17,-17 17,17 0,-17-17,17 17,-17-17,17 17,-17 0,16-17,-16 17,0 0,0-17,0 17,0 0,-17-17,17 17,-17 17,0 0,0 17,-17-17,17 0,0 0,0 0,-17-17,17 17,0 0,-17-1,17 1,0 0,0 0,34-17,-17 17,17-17,-17 0,0 0,0-34,17 34,-17-17,-1 17,1-17,0 17,0-16,0-1,-17 0,17 0,-17 0,0 0,-34 0,17 0,0 17,0-17,1 17,-18 0,17 0,0 0,0 0,0 0,0 0,0 0,0 0</inkml:trace>
  <inkml:trace contextRef="#ctx0" brushRef="#br0" timeOffset="-60957.9046">3203-317,'0'0,"0"-17,17 17,0 0,-17-16,17 16,0 0,0-17,0 17,0 0,0 0,0 0,0 0,0 0,-1 33,1-33,-17 17,17-17,0 17,0 17,0-17,0 0,-17 0,0 0,17-17,-17 17,0 0,0 0,0-34,0-17,0 17,0 0,0 0,0 0,0 0,34 0,-34 0,34-16,-17 16,17 0,-18 0,18 0,-17 0,17 0,0 0,-17 17</inkml:trace>
  <inkml:trace contextRef="#ctx0" brushRef="#br0" timeOffset="-63454.0918">629-80,'-17'0,"17"17,0 0,0 0,0 0,17 0,-17 0,0 0,0 0,0 0,0 0,0 0,17 0,-17 0,0 0,0-1,0 1,17 0,-17 0,17-17,0 0,0 0,0 0,0 0,0 0,0-17,0 17,-17-34,17 34,0-16,0-1,-17 0,16 0,-16 0,17 0,-17 0,0 0,0 0,0 0,0 0,0 0,0 0,0 0,0 0,-17 1,17 49,-16-33,16 17,0 0,0 17,0-17,0 17,0 0,0 0,0-17,0 16,0 1,0 0,16 0,-16 0,0 0,0-17,17 17,-17-17,0 16,17-16,-17 0,0 0,0 0,0 0,0 0,0 0,-34-17,18 0,-1 0,0 0,0 0,0 0,0 0,0-17,0 17,0 0,0-17,0-17,0 34,17-17,0 0,-17 0</inkml:trace>
  <inkml:trace contextRef="#ctx0" brushRef="#br0" timeOffset="-69118.2926">-6432 666,'0'0,"0"-17,0 0,-17 17,17-17,0 34,0 0,0 16,0-16,0 0,0 0,0 0,0 0,17 0,-17 0,0 0,0 0,17-17,-17 17,0 0,17-17,-17 17,0-34,0 0,0 0,0 0,0 0,0 0,0 0,0 0,0 0,0 0,0 0,0 0,0 1,0-1,17 0,-17 0,17 17,-17-17,17 17,0 0,0 0,0 0,0 0,0 0,-1 0,1 17,0-17,0 17,0-17,0 17,0 0,-17-1,17-16,0 17,-17 0,17 0,-17 0,0 0,0 0,0 0,0 0,-17-17,17-34,-17 34,17-17,0 0,0 0,0 0,0 0,0 0,17 1,-17-1,34 17,-34-17,0 0,17 17,0 0,-17-17,17 17,0 0,-1 0,1 0,-17 34,17-34,-17 17,17-17,-17 17,17-1,-17 1,0 0,0 0,0 0,17 0,-17 0</inkml:trace>
  <inkml:trace contextRef="#ctx0" brushRef="#br0" timeOffset="-68495.3208">-5721 564,'-17'0,"1"0,16 17,0 0,-17 17,17-17,0 0,0-1,0 1,0 0,0 0,33 0,-16-17,-17 17,34-17,-17 0,0 0,0 0,0 0,0 0,0-34,0 34,-17-17,17 17,0-17,-17 0,17 1,-17-1,0 0,0 0,0 0,0 0,0 0,-17 17,17 17,0 17,0-17,0 0,-17 0,17-1,0 18,0-17,0 0,0 17,0-17,0 17,0-17,-17 17,17-17,0 16,0-16,0 0,0 0,0 0,0 0,0 0,0 0,-17-17,0 0,0 0,0 0,0 0,17-34,-17 34,0 0,17-17,-17 17,0-17,17 0,0 0,-17 17,17-17,0 1</inkml:trace>
  <inkml:trace contextRef="#ctx0" brushRef="#br0" timeOffset="-68284.3286">-5297 784,'0'0,"17"0,0 0,0 0,-1 0,-16-17,17 17,0 0,0 0,0 0,0-17,0 17,0-17,0 17</inkml:trace>
  <inkml:trace contextRef="#ctx0" brushRef="#br0" timeOffset="-67914.4631">-5094 615,'0'0,"0"-17,-17 17,17 17,34 0,-34 17,0-18,17 1,-17 0,0 0,0 0,17 0,-17 0,0 0,17 0,-17 0,17 0,0-17,-17 17,16-17,1 0,-17-34,17 34,-17-17,17 17,-17-17,17 17,-17-34,17 17,-17 0,0 0,0 0,17 0,-17 1,0-1,0 0,0 0,0 0,0 0,17 0,-17 0,0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3:26.823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2728-1101,'0'17,"0"0,0 0,0 0,0 0,0 0,0 0,0 0,17-17,0 17,-1-17,1 0,0 0,0 0,-17-17,17 17,0-17,0 17,-17-17,0 0,17 17,-17-17,0 0,0 0,0 0,-17 17,17 17,0 0,0 0,17 0,-17 0,0 0,17 0,-17 0,0-1,0 1,17 0,0 0,-17 0,0 0,17 17,-17-17,0 0,17 0,-17 0,0 0,17 0,-17 0,0-1,0 1,0 0,-17-17,17 17,-34-17,17 0,0 0,0 0,0-34,0 34,17-17,-17 17,0-16,0 16,0-17,17 0,-17 0,1 0,-1 0,17 0,0 0,0 0,0 0,17 0</inkml:trace>
  <inkml:trace contextRef="#ctx0" brushRef="#br0" timeOffset="217.8996">3049-898,'0'0,"17"0,0 0,0 0,0 0,0 0,0-17,0 17,0 0,0 0,0-17</inkml:trace>
  <inkml:trace contextRef="#ctx0" brushRef="#br0" timeOffset="-730.7396">2016-1101,'17'0,"-17"17,17-17,-17 34,0-17,0 0,17 0,-17 0,0 0,0 0,0-1,0 1,0 0,0 0,17-17,-17 17,0 0,0 0,0 0,0-51,0 17,0 0,0 0,-17 0,17 0,0 1,0-1,-17 17,17-17,0 0,0 0,0 0,0 0,0 0,0 0,17 17,-17-17,17 17,0 0,0 0,0 0,0 0,0 0,0 0,0 17,0-17,0 0,0 34,-1-34,1 17,0-17,0 0,0 0,0 17,-17 0,17-17,-17 17,17-17,0 17,-34-17,0 0,17-17,-17 17,17-17,0 0,0 0,0 0,0 0,17 17,17-17,-17 17,0 0,0-17,0 17,0 0,0 0,-1 0,1 0,0 0,0 0,0 0,0 34,0-34,0 17,-17 0,17-17,-17 17,0 0,0 0,0 0,0 0,-34-1,34 1,-17 0</inkml:trace>
  <inkml:trace contextRef="#ctx0" brushRef="#br0" timeOffset="1001.7281">3405-1016,'0'-17,"-17"17,17-17,0 0,0 51,17-34,-17 17,17 17,0-17,-17 0,17-1,0 1,0 0,-17 0,17-17,-17 17,17 0,-1-17,-16 17,17-17,-17 17,17-17,0 0,-17-34,0 17,0-17,0 17,0 0,0 1,0-1,0 0,0 0,0 0,0 0,0 0,0 0,0 0,0 0,17 17,-17-17,17 0</inkml:trace>
  <inkml:trace contextRef="#ctx0" brushRef="#br0" timeOffset="1435.1009">3727-965,'17'17,"0"-17,0 0,-1 16,1-16,0 0,0 0,0 0,0 0,0 0,0 0,0 0,0 0,0 0,-17-16,0-1,0 0,0 0,-17 17,0 0,0 0,0 17,0-17,0 17,0 0,0-1,17 1,-17-17,17 17,0 0,0 0,0 0,17-17,-17 17,34-17,-17 0,0 17,0-17,0 0</inkml:trace>
  <inkml:trace contextRef="#ctx0" brushRef="#br0" timeOffset="2029.6429">4201-965,'0'0,"-17"0,17 17,0-1,0 1,-17-17,17 17,0 0,0 0,34 0,-17 0,0-17,0 0,0 17,0-17,-1 0,1 0,0 0,0 0,0 0,0 0,0 0,0-34,0 34,-17-17,17 17,-17-17,0 0,17 0,-17 0,0 1,0-1,0 0,0 0,0 0,0 0,0 0,-17 0,17 0,-17 0,17 0,0 0,-17 17,17-17,0 51,0-17,0 0,0 0,0 0,0 0,0 0,0 0,0 0,0 0,0 0,0-1,0 1,0 0,0 0,0 0,0 0,34-17,-34 17</inkml:trace>
  <inkml:trace contextRef="#ctx0" brushRef="#br0" timeOffset="2569.7335">4370-965,'0'0,"34"0,-17 0,-17-17,17 17,17 0,-17 0,0 0,0 0,0 0,-1 0,1-17,0 17,0 0,0 0,0 0,0 0,0 0,0 0,0 0,0 0,0 0,0 0,-17 17,0 0,0 0,0-1,0 1,0 0,-17-17,17 17,0 0,0 0,17-17,17 0,-18-34,1 34,-17-17,0 0,17 17,-17-17,0 1,0-1,0 0,0 0,-17 17,17-17,-17 17,1-17,-1 17,0 0,0 0,0 0</inkml:trace>
  <inkml:trace contextRef="#ctx0" brushRef="#br0" timeOffset="2950.4471">4810-1067,'17'0,"0"0,0 0,0 0,0 0,0 0,0 17,0-17,0 34,0-17,0-17,-17 17,17-17,-17 17,17-17,-17 17,17-17,-17 16,16-16,-16 17,-16-34,16 1,-17-1,17 0,0 0,0 0,33 17,-33-17,17 0,0 0,17 17,-17-17,0 0,17 0,-17 0,17 0,-17 17,0-17,16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2:46.560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35 186,'-34'0,"34"-17,0 0,0 0,0 34,0 0,17-17,-17 17,0 0,34 0,-34 0,0 0,17 0,0 0,-17 0,17-17,0 0,-17 17,17-17,0 0,0 0,0 0,0-34,0 34,-1-17,18 17,-17-34,17 17,-17 0,17-17,0 17,-17 0,17 0,-17 0,16 0,-16 1,17-1,-17 17,0-17,0 0,0 17,0 0,0-17,0 17,0 0,0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3:36.866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0 186,'0'17,"0"0,0 17,0-17,0 0,17 0,-17 0,16-17,-16 17,17-17,0 17,0-17,0 0,0 0,0 0,0 0,17 0,-17 0,0 0,17 0,-1-17,1 17,-17 0,17-17,0 17,0-17,0 17,0-17,-1 17,1-17,0 17,0-17,17 17,-17 0,0-17,16 17,-16 0,17 0,-17 0,0 0,17 0,-18 0,1 0,0 0,0 0,0 17,0-17,0 0,0 17,-1-17,-16 17,17 0,-17 0,17 0,-17-17,0 17,0 0,0-17,0 17,0 0,0-17,-17 16,16-16,-16-16,17-1,-17 0,17 17,-17-17,17 17,-17-17,17 17,0-17,0 17,0-17,0 17,0 0,0-17,0 17,0-17,0 17,0 0,-1-17,18 17,-17 0,17-17,0 17,0 0,0-17,0 17,-1 0,18-17,-17 17,0 0,17 0,0-17,-18 17,18 0,0 0,-17-17,17 17,0 0,-1 0,-16 0,17 0,-17 0,17 0,-17-16,16 16,-16 0,0 0,0 0,17 0,-17 0,16 0,-16 0,17 0,0-17,0 17,-1 0,-16 0,17 0,0 0,0 0,0 0,-1 0,1 0,-17 0,17 0,-17 33,16-33,-16 0,0 0,17 0,-17 0,17 0,-1 0,-16 17,17-17,0 0,-17 0,17 0,-1 0,1 0,0 0,0 0,0 0,-1 0,1 0,-17 17,17-17,0 0,-1 0,-16 0,17 0,-17 0,17 0,-17 0,16 0,-16-34,17 34,-17 0,0-16,0 16,0-17,-1 17,1-17,0 17,-17-17,17 17,-17-17,0 17,0-17,0 17,-17-17,17 17,-17-17,0 0,0 0,-17 17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3:34.728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440 21,'0'0,"17"0,0 0,0 0,0-17,0 17,0 0,0 0,0 0,0 0,0 0,0 0,0 0,-1 0,1 0,0 0,-17 17,0 0,-17 0,17-1,0 1,-17 0,17 0,-16 0,16 0,0 0,0 17,-17-17,17 17,0 0,0-1,0 1,-17 0,17 0,0 17,0-17,-17 0,17-1,0 1,0 0,0 17,0-34,0 17,0 0,0 0,0-18,0 18,0-17,17 0,-17 17,0-17,0 0,17 0,-17 0,0 0,0 0,0 0,0 0,0-1,-17-16,0 0,0 0,0 0,0 0,0 0,0 0,0 0,-17 0,17 0,-17 0,1 0,16 0,-17 0,0 0,0 0,0 0,0 0,0 0,1 0,16 0,-17 17,0-17,0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11.173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3 525,'0'-17,"0"34,0 0,0 0,17 0,-17 0,17-17,-17 17,17-17,0 0,0 0,0 0,0 0,0-17,16 17,-16-17,17 17,0-34,0 17,0 0,0-17,0 17,-1 0,1-17,0 18,17-18,-17 0,0 0,17 17,-18-17,1 0,0 0,0 1,0 16,0-17,0 17,-1 0,-16 0,0 0,0 17,0-17,0 17,0 0,-17 17,-17-17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13.276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0 440,'0'17,"34"-17,0 0,-17 0,17-17,0 17,-1-17,1 17,17-34,0 17,0 0,-1 1,1-18,0 17,0 0,17 0,-18 0,1 0,0 0,0 0,0 0,-1 0,1 0,0 0,0 17,-17-17,16 1,-16-1,-17 17,17-17,-17 17,17-17,-17 17,0 0,-17-17,17 17,-17-17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3:33.369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491 55,'17'0,"-17"-17,-17 17,17-17,-17 17,0 0,0 0,17-17,-17 17,0 0,0 0,0 0,0 0,0 0,0 0,0 0,-17 0,18 0,-1 0,0 17,0-17,0 0,0 17,0-17,0 17,0-17,17 17,-17-17,17 17,-17-17,17 17,0 0,0 0,-17 0,17 0,0 0,0-1,0 18,0-17,0 17,34-17,-34 17,0 0,0 17,0-18,0 1,0 17,0 0,0 0,0-17,0 16,0 1,-34-17,34 0,0 17,-17-34,17 17,-17-1,17-16,0 17,0-17,-17 0,17 0,0 0,0 0,-16 0,16 0,0 0,0 0,0 0,0-1,0 1,16-17,1 0,0 0,0 0,0 0,0 0,0 0,0-17,0 17,0 0,0-16,0 16,0 0,0-17,0 17,-1 0,18 0,-17 0,0 0,0-17,0 17,0 0,0 0,0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14.086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440-203,'0'0,"0"-17,17 17,-17 17,0 0,17-17,-17 34,0-17,17 0,-17 16,17-16,0 0,-17 17,17-17,-17 0,17 0,0 0,-17 0,17 0,0 0,-17 0,17-17,0 17,-17 0,17-17,-1-17,-16 0,0-17,0 17,0 0,17 0,-17-17,0 17,0 0,0-17,0 17,0 1,0-18,0 17,0-17,17 17,-17 0,0 0,17 0,-17 0,17 17,-17-17</inkml:trace>
  <inkml:trace contextRef="#ctx0" brushRef="#br0" timeOffset="539.0625">1135-135,'0'-17,"-17"17,-17-17,17 17,0 0,17-17,-17 17,0 0,0 0,0 0,0 0,0 0,0 34,1-17,-1 0,17 0,0-1,-17 1,17 0,-17 0,17 0,0 0,-17 0,17 0,0 0,0 0,0 0,17 0,0-17,17 0,-18 0,1 0,0 0,0-17,0 17,0-34,0 34,0-17,0 17,0-34,0 17,0 0,-17 0,17 0,-17 0,0 1,-34 16,17 0,0 0,17 16,-17 1,17 0,0 0,0 0,34 0,0 0,-17-17,0 0,0 0,16 17,-16-17,17 0,-17 0,17 0,-17 0,0 0,17-34</inkml:trace>
  <inkml:trace contextRef="#ctx0" brushRef="#br0" timeOffset="1004.0151">1541-288,'0'0,"17"-34,-17 1,0-1,17-17,-17 17,0 0,0 0,0 0,0 1,0-1,0 17,0 0,-17 0,17 0,0 0,-17 17,0 0,17 17,0 34,-17-34,17 17,0-1,0 1,-17 0,17 0,0 0,0 17,0-17,-17-1,17 1,0 0,0 0,0 0,0 0,0-17,0 0,34 16,-17-16,-17 0,17 0,17-17,-17 17,0-17,0 0,0 0,0 0,0-34,16 34,-16-17,0 0,0 1,0-1,-17 0,17 0,-17 0,0 0,0-17,17 17,-17 0,0 0,0 0,0 0,0 34,-17 0,17 17,0-17,0 0,0 0,0 0,0 0,0 0,17-17,-17 17,17 0,17-1,-17-16,0 0,0 0</inkml:trace>
  <inkml:trace contextRef="#ctx0" brushRef="#br0" timeOffset="-402.2378">0 0,'0'17,"0"0,34-17,-17 17,0-17,0 0,0 17,0-17,0 0,0 17,-1-17,1 17,-17 0,17 0,-17 0,0-1,0 1,0 0,0 0,-34 0,34 0,0 0,-16 0,-1 0,17 0,-34-17,34 17,-17-17,17 17,-17-17,0 0</inkml:trace>
  <inkml:trace contextRef="#ctx0" brushRef="#br0" timeOffset="1507.3436">2218-254,'0'-17,"0"0,-17 17,1 17,16 0,0 0,0 17,0-17,0 0,0 0,16-17,-16 17,17-17,-17 17,34-17,-17 0,0 0,0 0,0 0,0 0,0 0,0 0,0-34,17 34,-17-17,-1 17,1-17,0 17,0-17,0 0,0 0,0 0,0 0,0 0,-17 0,0 0,17 0,-17 1,0-1,0 0,0 0,0 0,0 0,0 0,-17 0,17 0,-17 17,0 0,0 0,17 17,-17-17,17 34,-17-17,0 0,0 17,17-17,-17-1,17 18,0-17,0 0,0 0,0 0,0 0,17 0,17 0,-17 0,17-17,-17 0,17 0,0 0,-17 0,17 0,-1 0,-16 0,17 0,0-17,-17 17,0 0,0-17,0 17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35.12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18 338,'0'-17,"-17"17,17-17,0 34,0 0,0 0,17 0,-17 0,17 0,-17 0,17 0,-17 0,17 0,0 0,0 0,0-1,-17 1,17-17,0 17,0 0,0 0,16-17,-16 17,0-17,17 0,-17 0,17 0,0 0,0 0,16-17,1 17,-17-34,17 34,0-34,0 18,-1-1,1 0,0 0,0 0,0 0,-1 0,1 17,0-17,0 0,-17 17,16-17,1 17,0 0,0 0,0 0,-1 0,1 0,0 0,0 0,0 0,16 0,-16 17,17-17,-17 0,16 17,-16-17,17 17,-17-17,16 17,-16 0,0-17,0 17,-17 0,17 0,-18 0,1-1,0 1,0 0,0 0,-17-17,0 17,0 0,0 0,0-17,-17 17,16-17,1 17,0-17,0-17,0 0,0 17,0-17,0 0,0 0,0 0,17 0,0 0,-1 1,1 16,0-17,0 0,0 0,0 17,0-17,0 17,16-17,-16 0,17 17,-17 0,17-17,-17 17,16 0,1-17,-17 17,17 0,0 0,-1 0,1-17,0 17,0 0,17 0,-18 0,1-17,17 17,-17 0,16 0,1 0,-17 0,17 0,-1 0,1-17,0 17,0 0,-1 0,1 0,0 0,-17 0,16 0,1 0,0 0,0 0,-1 0,-16 0,17 0,0 0,-18 0,18 0,0 0,0 17,-1-17,-16 0,17 0,0 0,-1 0,-16 0,17 0,0 17,-1-17,1 0,0 0,-1 0,-16 0,17 0,0 0,-1 0,1 0,0 0,-17 0,16 0,1 0,0 0,0 0,-18 0,18 0,0 0,0 0,-1 0,-16 0,17 0,0 0,-18-17,18 17,-17 0,0 0,17 0,-18 0,1 0,17 0,-17 0,-1-17,18 17,-17 0,0 0,0 0,-1 0,1 0,0 0,0 0,0 0,-1 0,1 0,-17 0,17 0,0 0,-17 0,16 0,-16 0,0 0,0 0,0 0,0 0,0 0,-1 0,-16-17,17 17,0-17,-17 17,17-17,-17 17,0-16,17 16,-17-17,-1 17,-16-17,17 17,0-17,0 0,0 17,-17-17,17 17,-17-17,17 0,-17 0,17 17,-17-17,17 0,-17 0,0 0,17 17,-17-17,0 0,0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0.57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170 386,'0'0,"-17"-34,0 17,0-17,-17 17,17 0,0 0,0 1,17-1,-17 0,0 17,17-17,0 0,34 17,-34-17,34 17,17 0,-17 0,17 0,-1 0,1 0,17-17,0 17,-17 0,16 0,18-17,-17 17,16-17,-16 17,17 0,-1-17,1 17,0-17,-1 17,1-17,-17 17,16-17,-16 17,0 0,-17-17,16 17,-16 0,0 0,0 0,0 0,-17 0,-1 0,1 0,0 0,-17 0,0 17,0-17,0 17,0-17,0 34,0-17,0 0,0 0,-1 0,1 0,0 17,0-17,0 16,17 18,-17-17,0 0,0 17,0 0,0-1,0 18,0-17,0 17,-1-1,1 18,0-17,-17 16,17-16,0 17,0-17,-17 16,17-16,-17 0,17-17,-17 16,0-33,17 17,-17-17,0 17,0-34,0 16,0 1,0-17,0 0,0 0,-17-17,17 17,-17-17,-17 17,17-17,0 0,0 17,-16-17,-1 0,-17 0,17 17,-17-17,-17 17,18-17,-18 0,0 0,0 17,-16-17,16 0,-17 0,18 0,-18 0,17 0,-16 0,16 0,-17 0,17 0,1-17,-1 17,0 0,1-34,16 34,0-17,17 17</inkml:trace>
  <inkml:trace contextRef="#ctx0" brushRef="#br0" timeOffset="585.6956">-220 758,'-17'0,"17"17,34-17,-34 17,34-17,-17 0,17 0,17 0,-17 0,16 0,1 0,17 0,0 0,-1-17,1 17,17-17,-1 17,1-16,0 16,-1-17,18 17,0-17,-1 17,1-17,-1 17,1-17,0 0,-1 17,-16-17,17 17,-18-17,1 17,0-17,-1 17,1 0,-17-17,16 17,-16 0,0 0,-1-17,-16 17,0 0,0 0,0 0,-17 0,-1 0,-16 0,17 0,-17 0,0 0,0-17,0 17,0 0,-51 0</inkml:trace>
  <inkml:trace contextRef="#ctx0" brushRef="#br0" timeOffset="1077.3469">-67 1351,'0'0,"0"17,34-17,-17 0,-1 0,18 0,0 0,0 0,0-17,17 17,-17 0,16-17,18 17,-17 0,17-17,-1 17,1-17,17 17,-17-17,33 17,-16-17,16 17,1 0,0-16,-1 16,1 0,-18-17,18 17,0 0,-1-17,-16 17,0 0,-1-17,1 17,-17 0,16 0,-16 0,-17 0,0-17,-1 17,-16 0,0 0,-17 0,17 0,-17 0,-51 0,34-17,-34 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39.88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17,'0'0,"0"-17,0 0,0 34,0 0,0 0,0 0,0 0,0 17,0 17,0-17,34 16,-34 1,33 0,-33 17,34-1,-34-16,17 17,-17 0,17-1,-17 18,17-17,-17 17,0-18,0 18,0-17,0-1,0 1,0 0,0 0,0-18,-34 1,34 0,0 0,-17-17,17 16,0-16,0 0,0 0,-17-17,17 17,-17-17,17 0,0 0,0 0,0 0,-16-1,16-49,0-1,33 17,-33 0,0-17,0 0,0 17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3.8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2125 51,'17'0,"0"0,0-17,0 17,0 0,0 0,0 0,16-17</inkml:trace>
  <inkml:trace contextRef="#ctx0" brushRef="#br0" timeOffset="-176.0138">1854 51</inkml:trace>
  <inkml:trace contextRef="#ctx0" brushRef="#br0" timeOffset="313.0198">3293 34,'0'0,"17"-17,0 17,0 0,0-17,0 17</inkml:trace>
  <inkml:trace contextRef="#ctx0" brushRef="#br0" timeOffset="482.9359">4039 34,'0'-17,"33"17,-16-17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5.75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177 68,'0'17,"17"-17,-17-17,0 0,17 17,-17-17,0 0,0 0,-17 17,0 0,0 0,0 0,17 17,-17-17,0 0,17 17,-17-17,17 17,-17-17,17 17,-17-17,17 17,-17 0,17 0,-17-1,17 1,0 0,0 0,0 0,0 0,0 0,34 0,-34 0,17 0,17 0,-17 0,0-17,0 17,0 0,0-17,0 17,0-1,0 1,-1-17,-16 17,17 0,-17 0,0 0,0 0,0 0,0 0,-33 0,16 0,17 0,-34-17,17 17,0-17,0 17,0-17,0 17,0-17,0 0,0 0,0 0,0 0,0 0,1 0,32 0,1 0,17 0,-17 0,0 0,0 0,0 0,0 0,0 0,0 16,0-16,0 0,0 17,0-17,-17 17,16 0,1-17,-17 17,0 0,0 0,0 0,0 0,0 17,-17-34,17 34,-33-17,33 0,-17-1,17 1,-17 0,0 0,17 0,0 0,0 0,0 0,17-17,34 0,-35 0,18 0,0 0,0 0,17 0,-17 0,17 0,-1 0,1-17,0 17,0-17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2.44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25 135,'0'-16,"-17"16,17 16,0 1,17 0,-17 0,0 0,0 0,0 0,0 0,0 0,0 0,0 0,0 0,0 0,0 0,0 0,0-1,0-49,0 16,-17 17,17-17,0-17,0 17,0 0,0 0,0 0,0 0,0 0,0 0,34 17,-34-17,0 0,17 1,-17-1,0 0,17 17,0 0,0 0,0 0,0 17,0 0,0-1,0-16,-17 34,17-34,0 17,-17 0,16 0,1-17,-17 17,17-17,0 17,0-17,-17 17,17-17,0 0,-17-34,0 17,17 17,-17-17,0 0,0 0,0 0,0 0,0 1,0-1,0 0,0 0,0 0,0 0,0 0,0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2.99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483 68,'0'17,"0"0,0 0,0-1,0 1,0 0,-17 0,17 0,0 0,0 0,0 0,0 0,0 0,0 0,17-34,-17 0,0-17,0 17,16 0,-16 0,0 0,0 0,0 0,0 1,17 16,-17-17,0 0,0 0,0 0,0 0,17 17,0 0,0 17,0-17,0 0,0 17,0-17,-17 17,17-17,0 17,0-17,-17 17,17-17,-17 16,17 1,-17 0,17 0,-17 0,0 0,0 0,0 0,0 0,0 0,-17-17,17 17,-17-17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50.15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50,'0'17,"0"0,0 0,0 0,0 0,0 0,0 0,0 0,17 0,-17 0,17 0,-17 0,16-17,1 16,0-16,0 17,0-17,0 0,0 0,0 0,0 0,17 0,-17-33,17 33,-17 0,16-17,-16 17,17-17,-17 17,17-17,-17 0,17 0,-17 17,17-17,-1 0,-16 17,17-17,0 17,-17-17,17 17,-17-17,17 17,0 0,-17-17,16 17,-16 0,17 0,0 0,-17 0,17 0,-17 0,0 0,17 0,-17 17,-1-17,18 0,-17 34,17-34,-17 17,17-17,-17 17,17 0,-17-17,17 17,-18-17,1 17,0-17,0 17,0-17,0 17,0-17,0 0,0 17,0-17,0 0,0 0,0 0,0 0,0 0,-1 0,-16-17,17 17,0-17,0 17,0 0,-17-17,17 17,0-17,0 17,0 0,0-17,0 17,0 0,0-17,0 17,0-17,-1 17,18 0,-17-17,17 17,-17-17,17 17,-17-17,17 17,0 0,-1-17,1 17,0 0,0-17,-17 17,17 0,0 0,0 0,-1 0,18 0,-17 0,0 0,0 0,0 0,0 0,-1 0,18 0,-17 0,0 0,17 0,-17 0,0 17,16-17,-16 0,17 0,-17 0,17 0,-17 0,-1 17,18-17,-17 0,17 0,-17 0,17 17,-18-17,1 0,17 0,-17 0,17 0,-17 17,-1-17,18 0,-17 0,0 0,0 0,17 0,-17 0,-1 0,1 0,0 0,-17 0,17 0,0-17,0 17,0 0,-1-17,1 17,0 0,0-17,0 17,0 0,0 0,-1 0,1 0,-17 0,17-17,0 17,-17 0,0 0,17 0,-17 0,0 0,0 0,-1 0,-16-17,0 0,-16 17,16-16,-34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53.09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67,'0'-17,"0"34,0 0,0 0,16-17,-16 17,0 0,17-17,-17 17,17-17,-17 17,17-17,0 0,0 0,0 0,0 0,0 0,0 0,0 0,0-17,0 17,0 0,0-17,16 17,-16-17,0 17,0-17,17 17,-17 0,0 0,0-17,17 17,-17-17,0 17,0 0,-1 0,18 0,-17 0,0 0,17 0,-17 0,0 0,17 0,-17 0,17 0,-17 17,16-17,-16 0,0 17,17-17,-17 17,0-17,17 17,-17-17,0 17,0-17,0 0,-17 17,17-17,-1 0,-16 17,17-17,-17-17,17 17,0-17,0 0,0 17,0-17,0 17,0-17,0 17,0 0,-17-17,17 17,0 0,0 0,0 0,-1-17,1 17,0 0,0 0,0 0,0 0,0 0,0 0,0 0,0 0,0 0,0 0,0 17,0-17,0 0,16 17,-16-17,0 0,0 17,0-17,0 0,0 0,0 0,0 0,0 0,0 0,0 0,0 0,0 0,-17-17,16 0,-16 0,0 0,17 17,-17-16,0-1,0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54.22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 51,'0'-17,"0"0,0 0,0 34,0 0,0 0,0 0,0-1,0 1,0 0,0 0,0 0,0 0,0 0,0 0,17 0,-17 0,0 17,17-17,-17 0,17 0,-17-1,0 1,0 0,17 0,-17 0,0 0,0 0,0 0,0 0,0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54.87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51 68,'-17'17,"34"-17,0 0,0 0,-17-17,17 17,-17-17,0 0,0 0,0 0,-17 17,0 0,0 0,0 0,17 17,-17-17,17 17,-17-17,17 17,0 0,17-17,0 0,0 0,-17-17,17 17,-34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58.58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0 458,'0'0,"17"0,-17-17,0 0,17 17,-17-17,17 0,-17 0,17 17,-17 34,17-34,-17 17,17 0,-17 0,17 0,-17 0,17-17,0 16,0-16,-1 0,1 0,0-33,0 33,0-17,0 17,17-17,-17 0,17 0,-17-17,17 17,-17 0,16 0,1-17,0 0,0 18,0-18,0 0,0 17,-1-17,-16 17,17 0,0 0,-17 0,0 0,0 0,0 17,0 0,0-17,0 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0.03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0 342,'17'0,"-17"17,17-17,-17 33,17-16,-17 0,17-17,-17 17,17 0,0 0,0-17,0 0,0 0,17 0,-18-34,18 34,0-34,0 17,17 0,-17 1,17-18,-1 0,1 17,0-17,0 0,0 17,-1-17,1 17,0 0,0-16,0 33,-18-17,18 0,-17 0,0 17,-17-17,0 17,0-17,0 17,0 0,-17 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6.85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34 50,'0'0,"-17"0,17-17,-17 17,17-16,0-1,17 17,0 0,-1 0,1 0,0 17,0-17,-17 16,17 1,-17 0,0 0,0 0,0 0,0 0,0 0,0 0,0 0,0 0,0 0,0 0,-17-17,17 17,0 0,-17-17,17 16,0 1,0 0,0 0,0 0,0 0,17-17,0 0,17 0,-17 0,0 0,0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7.12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254 338,'-17'0,"0"0,17 17,-17-17,0 17,0-17,17 17,-17 0,17 0,-17 0,17 0,0 0,-17 0,17 0,0 0,0-1,0 1,0 0,0 0,17 0,-17 0,0 0,0 0,0 0,0 0,-17 0,-17-17,0 0,18 0,-1 17,-17-17,0 0,0 0,0 0,0 0,0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3.17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601 203,'0'0,"-17"0,51 0,-17 0,0 0,17 0,-17-17,17 17,-1-17,-16 17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4.89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0 408,'17'0,"0"0,0 0,0-17,0 17,0 0,0-16,0 16,0 0,0 0,-17-17,17 17,0-17,0 0,0 17,-17-17,16 17,-16-17,17 0,-17 0,0 0,0 0,17 0,-17 0,0 0,0 0,0 0,0 1,0-1,0 0,0 0,0 0,-34 0,34 0,-16 17,-1 0,17-17,-17 17,0 0,0 0,0 0,0 0,0 34,0-17,0 17,17-17,-17 0,17-1,0 1,-17 17,17-17,0 17,0-17,0 17,0 0,0-17,0 17,0-1,0-16,0 17,0 0,0-17,0 17,17 0,-17-17,0 17,17-18,-17 1,0 0,17 0,-17 17,17-17,-17 0,0 0,17-17,-17 17,0 0,-34 0,17-17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7.08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119 372,'0'0,"-34"0,17 0,0 0,0-17,0 17,0 0,17-17,34 1,-34-1,34 0,-17 0,17 0,-17 0,17 0,-1 0,1 0,0 0,-17 0,17 0,0 0,-17 0,17 0,-17 1,-1-1,18 17,-17-17,0 17,0-17,0 17,-17-17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5.47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34 68,'0'0,"0"-17,-17 17,17-17,-17 0,17 0</inkml:trace>
  <inkml:trace contextRef="#ctx0" brushRef="#br0" timeOffset="300.1466">220-186,'0'0,"0"17,0 0,0 0,-34 0,34 17,0-17,0 0,-17 17,17-18,0 1,0 17,0-17,0 0,0 17,0-17,0 0,0 0,0 0,0 17,0-17,17-17,-17 16,34 1,-17 0,0-17,0 0,0 0,0 0,0 0</inkml:trace>
  <inkml:trace contextRef="#ctx0" brushRef="#br0" timeOffset="1344.5207">423-186,'0'0,"0"-17,0 34,0 0,0 17,0-17,0 0,0 0,0 0,0 0,0 0,0 0,-17-1,17 1,0 0,0 0,0 0,0 0,-17 0,17 0,0 0,0 0,0 0,0 0,0 0,34-17,-34 17,17 0,-17-1,34 1,-17-17,0 17,0-17,17 0,-17 0,16 0,-16 0,0 0,17 0,-17 0,0 0,0-17,0 17,0-17,0 17,-17-33,17 16,0 0,-17 0,0 0,0 0,0 0,-17 17,17 17,-17-17,17 17,0 0,0 0,0 0,0 0,0 0,17-1,-17 1,17-17,-17 17,17-17,0 0,-1 0,1 0,0 0,0 0,0 0,0-17,0 17,0 0,0-17,0 17,0-16,0-1,-17 0,17 17,0-17,-17 0,0 0,17 0,-17 0,16 0,-16 0,0 0,17 0,-17 0,0 0,0 0,0 1,0-1,-17 17,1 0,-1 0,0 0,17 17,-17-17,0 16,0 1,0-17,17 17,-17-17,17 17,0 0,17-17,17 0,-17 0,17 0,-17 0,-1 0,1 0,-17 17,17-17,-17 34,0-17,0 0,0 0,17 0,-17 0,0 0,0 0,17-1,-17 1,17-17,0 0,0 0,0 0,0 0,-17-17,17 17,0-16,0 16,0-17,0 0,-1 0,-16 0,17 0,-17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5.32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0 120,'0'0,"34"-17,-17 17,17-17,0 17,-17 0,0 0,17 0,-18-17,1 17,0 0,17 0,-17 0,0-17,0 17,0 0,0 0,0 0,0-17,0 17,0 0,0 0,-17-17,16 17,1 0,0 0,-17-17,17 17,0 0,-17 34,0-17,17 0,-17 0,0 0,0 0,0 0,0 0,0-1,0 1,0 0,0 0,0 0,17-17,0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04.24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36 325,'-17'0,"17"-17,-17 17,17-17,0 0,0 0,0 0,0 0,0 0,0 0,17 17,-17-17,0 0,17 17,-17-17,17 0,0 0,0 17,0-16,0 16,0 0,0-17,0 17,0-17,0 0,16 17,-16 0,0-17,0 17,17 0,-17 0,17 0,0 0,-17 0,17 0,-17 0,-1 17,18-17,0 17,-17-17,17 17,0-17,0 17,-17-17,17 16,-1-16,1 34,0-34,0 17,17-17,-17 17,0 0,-1-17,1 17,17 0,-17-17,0 17,0 0,0-17,-1 17,1-17,0 0,-17 17,17-17,-17 17,17-17,-17 0,0 17,0-17,-1 0,1 0,0 0,0 0,0 0,17 0,-17 0,0 0,0 0,0-17,0 17,0 0,-17-17,17 17,0-17,-1 0,1 0,0 0,0 0,-17 0,17 0,-17 0,17 0,-17 0,17 17,-17-17,17 17,0 0,0 0,0 0,0 17,0-17,0 0,0 34,-1-34,1 0,0 17,0-17,0 0,0 0,0 17,0-17,17 17,-17-17,0 17,17-17,-17 0,16 17,1-17,-17 0,17 0,0 0,0 0,0 0,0 0,16 0,-16 0,17 0,-17 0,0 0,17 0,-18-17,18 17,0 0,0 0,0-17,-1 17,1 0,0 0,17 0,-17-17,-1 17,18-17,-17 17,17-17,-18 17,18-17,-17 17,17 0,-18-17,18 17,-17 0,0-17,0 17,16 0,-16 0,0 0,0 0,0 0,16 0,-16-16,0 16,0 0,-1-17,1 17,0 0,17-17,-17 17,-1-17,1 17,0 0,-17 0,17-17,-1 17,1 0,0-17,0 17,-17 0,0 0,16 0,-16 0,17 0,0 0,-17 0,17 0,-18 0,18 0,0 0,-17 0,0 0,0 0,16 0,-33 17,17-17,-17 0,17 0,-17 0,0 17,0-17,0 17,0-17,0 17,0-17,-1 17,1-17,0 16,0 1,17 0,-17-17,0 17,0 0,0 0,0 0,0 0,0-17,-17 17,17 0,0-17,-17 17,16-17,-16 17,17-17,-17 17,-33-17,33-34,-34 34,17-17,-17 17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18.43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18 68,'-17'0,"17"17,0-1,0 1,0 0,0 0,0 0,34 0,-34 0,17-17,-17 17,34 0,-17 0,0-17,0 0,17 17,-17-17,0 0,0 0,0 0,16 0,-16 0,17 0,-17 0,17 0,-17 0,17-17,0 17,0 0,-18-34,18 34,0-17,0 17,0 0,0 0,0-17,0 17,-18-17,18 17,0-17,0 17,-17 0,17 0,-17 0,17 0,-17 0,16 0,-16 0,17 0,-17 17,17-17,-17 0,17 17,-17-17,17 0,-17 17,16-17,-16 17,17-17,-17 17,17-17,-17 0,0 17,17-17,-17 17,0-17,0 0,0 0,-1 17,1-17,0 0,-17 17,17-17,0 0,-17-17,17 17,0-17,0 17,0 0,0-17,0 17,0 0,0-17,17 17,-18 0,1-17,17 17,-17-17,17 17,0 0,-17 0,17-17,0 17,-17 0,16-17,1 17,0 0,0 0,-17 0,17-17,0 17,0 0,-1 0,-16 0,17 0,0 0,0 0,0 0,0 0,0 0,-18 0,18 0,0 0,0 0,0 0,0 0,0 0,16 0,-16 0,0 0,0 0,0 0,17 0,-17 0,-1 0,18 0,-17 0,0 0,17 0,-17 0,0 0,16 0,-16 0,17 0,-17 0,17 0,-17 0,16 0,1 0,0 0,0 0,-17-17,16 17,1 0,0 0,0 0,-17-17,16 17,1 0,0 0,0-17,0 17,-17 0,16 0,1-16,-17 16,17 0,0 0,-18 0,1 0,0 0,0 0,0 0,0 0,17 0,-18 0,1 0,0 0,0 0,0 16,17-16,-17 0,-1 0,1 0,0 0,0 0,0 0,0 0,0 0,0 17,-1-17,1 0,-17 0,17 0,0 0,0 17,-17-17,17 0,-17 0,16 0,1 0,-17 0,17 0,-17 0,17 0,-17 0,0 0,17 0,-17 17,-1-17,1 0,17 0,-17 0,0 0,0 0,0 0,0 0,0 0,0 0,0 0,0 0,0 0,-17-17,17 17,-1 0,-16-17,17 17,-17-17,17 1,-17-1,0 0,0 0,17 17,-17-17,0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21.78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34 118,'0'-16,"0"-1,0 0,0 0,0 0,-17 17,17-17,0 0,-17 17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4:43.95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2599 34,'17'0,"0"0,17 0,-17 0,17 0,0-17,-17 17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23.11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17 175,'-17'0,"34"0,-17 17,33-17,-16 0,0 0,0 0,17 0,0 0,0 0,0 0,0 0,-1 0,18 0,0 0,-17 0,17 0,0 0,-18 0,18 0,0 0,0 0,0 0,16 0,-16 0,17 0,0 0,-1-17,18 17,-17 0,16 0,1-17,0 17,-1-17,18 17,-17 0,-1 0,18-17,-17 17,-1 0,1 0,-17-17,16 17,-16 0,17-17,-18 17,1 0,0 0,0 0,-1-17,1 17,0 0,0 0,-1 0,1-17,0 17,0 0,-1 0,1-17,0 17,-1 0,-16 0,17 0,0 0,-1-17,-16 17,17 0,0 0,-1 0,1 0,0 0,0 0,16 0,-16 0,0 0,0 0,-1 0,1 0,0 0,-1 0,1 0,0 0,0 0,-1 0,1 0,0 0,17 0,-18 0,1 0,0 0,-1 0,18 0,-17 0,0 0,-1 0,1 0,0 0,-17 0,16 0,-16 0,17 0,-17 0,-1 0,1 0,0 0,0 17,0-17,-17 0,16 0,1 0,-17 0,17 0,0 0,-18 0,18 0,0 0,-17 0,17 0,-17 0,16 0,-16 0,0 0,17 0,-17 0,0 0,0 0,-1 0,1 17,0-17,0 0,-17 0,17 0,-17 0,0 0,17 0,-18 0,1 0,0 0,-17-17,-17 17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5:31.29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0 101,'0'0,"0"17,17-17,-17 17,17 0,-1 0,1-17,-17 17,17-17,0 0,0 0,0 0,0 0,0 0,17 0,-17 0,0 0,17 0,-17-17,16 17,1 0,-17-17,17 17,0-17,0 17,0-17,-17 0,16 17,1-17,0 17,0 0,0-17,0 17,-17 0,17 0,-1 0,1 0,0 0,0 0,0 0,0 0,0 0,-17 0,16 17,1-17,-17 17,17-17,-17 17,0-17,17 17,-17-17,0 17,0 0,0 0,0-17,-1 0,-16 17,17-17,0 0,0 0,-17-17,0 0,17 0,-17 0,17 17,0-17,0 0,0 17,-17-17,17 0,0 17,0-17,0 17,0-17,0 17,-1 0,1 0,0-16,0 16,0 0,0 0,17 0,-17 0,0 0,17 0,-17 0,0 0,16 0,1 0,-17 16,17-16,0 0,0 0,0 17,17-17,-18 17,1-17,17 0,-17 17,0-17,17 17,-18-17,1 17,0-17,0 17,0-17,0 17,-17-17,17 0,-1 0,-16 0,0 0,17 0,-17 0,0 0,0-17,0 17,0-17,17 17,-34-17,17 17,0-34,0 34,-1-17,1 17,-17-17,0 1,17 16,0 0,-17-17,17 17,0 0</inkml:trace>
  <inkml:trace contextRef="#ctx0" brushRef="#br0" timeOffset="1619.3789">-898 1456,'0'0,"0"-17,17 17,0 0,-17 17,17-17,-17 17,17-17,0 34,0-34,-17 17,17 0,0-1,0-16,-17 17,17-17,16 17,-16-17,0 17,0-17,17 0,-17 0,17 0,-17 0,17 0,0 0,-1-17,1 17,0-34,0 34,0-16,0-1,0 0,-1 0,1 0,0 17,0-17,0 17,0-17,17 17,-18-17,1 0,0 17,17-17,-17 17,17-17,-1 0,1 17,-17-17,17 0,0 17,0 0,-1 0,-16 0,17 0,-17 0,0 0,-17 17,17-17,-18 34,1-34,0 34,0-17,0 0,0 0,-17 0,0 0,0 0,17-17,-17 17,0 0,0-34,34 17,-34-17,17 17,-17-17,17 17,17-17,-17 0,0 17,-1-17,1 17,0-17,0 17,0-17,0 17,17-17,-17 17,0 0,0-17,17 17,-17 0,16 0,-16 0,17 0,0 0,-17 0,17 0,0 0,0 34,0-34,-1 0,-16 17,17-17,0 17,17-17,-17 0,0 0,-1 17,1-17,0 0,-17 0,17 0,0 0,-17 0,0 17,17-17,-17 0,-1 0,1 0,0 0,-17-17,0 0,17 0,-17 0,17 17,-17-17,17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05.549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-436 989,'0'0,"17"0,-17 17,0 0,0 0,0-1,0 1,0 0,0 0,0 17,0-17,0 0,0 17,-17-17,17 17,0 0,-17-18,17 18,0-17,-17 0,17 0,0 0,-17 0,17 0,0 0,0 0,0 0,34-17,-17 0,-17-17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6:58.722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647 40,'0'17,"0"0,0 0,0 0,0 0,0 0,0 0,0 0,0 0,0 0,0 0,0 0,0-1,0 1,17-17,-17 17</inkml:trace>
  <inkml:trace contextRef="#ctx0" brushRef="#br0" timeOffset="-227.4124">376 108,'17'0,"0"0,-17-17,0 0,0 0,0 0,0 0,-17 0,-17 17,17 0,1 0,-1 0,-17 0,17 34,0-34,-17 17,17-17,-17 17,17-17,0 17,-17 0,18-17,-1 17,0 0,0 0,0-17,17 17,0 0,0 0,0 0,0 0,34-17,0 16,-18-16,1 0,0 0,17 0,-17 0,0-33,0 33,0 0,0-17,0 17,-17-17,17 17,-17-17,17 0,-17 0,17 17,-17-17,0 34,0 0,0 0,17-17,-17 17,16 0,-16 0,17-17,0 0,-17 17,17-17,0 0,0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6:59.321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237 35,'0'0,"17"0,-17-17,0 0,-17 17,1 0,-1 0,0 0,0 0,0 0,0 17,0-17,0 0,0 17,0-17,0 0,0 0,17 17,-17-17,17 17,-17 0,17 0,0 0,0 0,0 0,34-17,-34 16,17-16,0 0,0 0,0 0,0 0,0 0,0-16,0 16,-17-17,17 17,-17-17,17 17,-17-17,0 0,0 34,17 0,-17 0,16-17,1 17,0-1,0-16,-17 17,17-17,0 17</inkml:trace>
  <inkml:trace contextRef="#ctx0" brushRef="#br0" timeOffset="404.7666">475 52,'0'0,"16"-17,1 17,0 0,0 0,0 0,0 0,-17 17,17-17,0 17,0-17,-17 17,17-17,-17 17,0 0,0 0,0 0,0-1,-17-16,17 17,-34-17,17 17,0-17,0 0,51 0,0 0,-17 0,17 0,-17 0,17 0,-1-17,1 17,17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00.318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288 68,'17'0,"-17"-17,0 0,0 0,-17 17,17-17,-17 17,0 0,1 0,-1 0,0 0,0 0,0 0,0 0,0 17,0-17,0 0,0 34,0-34,0 17,0-17,0 0,0 17,17 0,0 0,17 0,17-17,0 0,0 0,-17 0,0 0,0 0,0-17,0 17,0 0,0-17,-1 17,1 0,-34 0,17 17,0 0,0 0,0 0,17-17,-17 17,17-17,0 0,0 17</inkml:trace>
  <inkml:trace contextRef="#ctx0" brushRef="#br0" timeOffset="570.4014">542 0,'0'-17,"-17"1,34 16,0 0,-17 16,17-16,0 0,0 17,-17 0,17-17,-17 17,-17-17,17 17,-34-17,17 0,17 17,-17-17,0 0,17 17,-17-17,17 17,34-17,-17 0,-17 17,17-17,-17 17,17 0,0-17,-17 17,17 0,-17 0,0 0,-34-1,34 1,-17-17,17 17,-34-17,17 17,0 0,1-17,-1 17,0-17,0 0,0 17,0-17,0 0,0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01.544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38 34,'0'-17,"0"51,0-18,0 18,0-17,0 0,0 0,-34 0,34 0,0 0,0 0,0 0,0 0,17-17,-17-34,17 34,-17-17,0 0,0-17,0 17,0 0,0 0,0 0,0 0,0 1,0-1,17 17,0 0,-17 17,17-1,-17 1,17-17,-17 17,17-17,-17 17,0 0,17-17,-17 17,17-17,-17 17,17-17,0 17,-1-17,1 0,0-17,-17-17,17 17,-17 0,0 0,17 0,-17 1,0-1,17 17,-17-17,0 0</inkml:trace>
  <inkml:trace contextRef="#ctx0" brushRef="#br0" timeOffset="544.8208">360 34,'0'17,"0"-1,0 1,0 0,0 0,0 0,0 0,-17-17,17 17,0 0,0 0,0 0,0 0,0-34,0 0,0 0,0 0,0 0,0 0,17 0,-17 0,0 0,17 0,0 1,-17-1,17 17,0 0,0 0,-1 0,1 0,0 0,0 0,0 0,0 0,0 17,0-1,0 1,-17 0,17 0,-17 0,0 0,0 0,0 0,0 0,0 0,0 0,0 0,0 0</inkml:trace>
  <inkml:trace contextRef="#ctx0" brushRef="#br0" timeOffset="744.7429">411 135,'0'0,"34"0,-18 0,18 0,-17 0,0 0,0 0,17 0,-17 0,0 0,0 0,0 0,0-17,0 17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10.52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406 287,'17'0,"-17"17,0 0,17-17,0 0,0 0,-17-17,0 0,0 1,-34 16,34-17,-17 17,0-17,0 17,0 0,0 0,0 0,0 0,-16 0,16 0,0 0,-17 0,17 17,-17-17,17 0,-17 17,17-17,0 16,0-16,1 34,-1-34,0 17,0 0,17 0,0 0,34-17,-1 17,1-17,0 0,-17 0,17 0,0 0,0 0,0 0,-1 0,1 0,-17 0,17 0,-17-34,0 34,0-17,0 17,0-17,0 0,-17 0,0 0,17 1,-17-1,0-17,0 17,0 0,0 0,17-17,-17 17,0 0,0 0,0 0,0 0,0 0,0 1,0-1,-34 17,17 33,0-16,0 0,17 0,0 0,0 0,0 0,0 0,0 0,0 17,0-17,0 0,17 0,-17 0,34 16,-34-16,17 0,-17 0,34 0,-18-17,1 17,0-17,0 17,17-17,-17 0,0 0,17 0,-17 0,0 0,0 0,0 0,0 0,-1 0,1 0,0-17,0 17,-17-17,17 0,-17 0,0 0,0 0,-17 17,17-17,-17 17,-17 0,18 0,-1 0,0 0,0 34,-17-34,17 0,0 17,0-17,0 17,0-17,0 17,0-17,17 17,-17-17,17 17,-17-17,17 17,0 0,34-17,-17 17,17-17,0 0,-17 0,0 0,0-34,0 34,0-17,0 17,-17-17,17 17,-17-17,16 17,1-17,-17 34,0 0,0 0,0 0,0 0,17 0,-17 0,17-17,0 17,0-17,0 0,0 0,0 0,0 0</inkml:trace>
  <inkml:trace contextRef="#ctx0" brushRef="#br0" timeOffset="886.5838">1033 304,'0'0,"0"34,34-34,-18 0,1 17,17-17,-17 17,0-17,17 0,-17 0,17 0,0 0,0 0,-1 0,1 0,0 0,-17 0,17 0,-17 0,0 0,0-17,0 17,0 0,0 0,-17-17,16 17,-16-17,0 0,-33 17,16 0,0 0,0 0,0 0,0 0,0 0,0 17,0-17,0 17,0-17,17 17,-17-17,17 17,-17-17,17 17,-17-17,17 17,0 0,0 0,0 0,0 0,34 0,-17-17,17 0,-17 0,0 0,0 0,0-17,0 17,0 0,-17-17,17 17,0-17,0 17,-17-17,16 17,-16-17,17 17,-17-17,17 17,-17-17,0 34,0 0,0 0,0 17,17-17,-17 0,17 0,0 0,0-17,-17 16,17-16</inkml:trace>
  <inkml:trace contextRef="#ctx0" brushRef="#br0" timeOffset="286.552">1100 169,'0'0,"0"-17,0 0,0 0,0 0,0 0,0 51,0-17,0 0,0 0,0 0,0 17,0-17,0 17,0-18,0 1,0 17,0-17,0 17,0-17,0 17,0-17,0 0,0 0,0 17,0-18,0 1,0 0,0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07.305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35,'0'17,"0"-1,0 1,0 0,0 0,0 0,0 0,34-17,-17 17,0-17,0 0,0 0,0 0,0 0,17 0,-17 0,16 0,1 0,0-17,17 17,-17-17,0 17,0-17,-1 17,1-17,0 0,0 17,0-17,0 1,0 16,-1-17,-16 17,17 0,0-17,-17 17,17 0,-17 0,17-17,-17 17,0 0,16 0,-16 0,17 0,-17 0,17 0,0 17,-17-17,17 0,-17 17,17-17,-1 17,-16-17,17 16,0-16,-17 17,0 0,0-17,0 17,0-17,0 17,0-17,0 17,-1-17,1 0,-17 17,17-17,0 0,-17-17,34 17,-17 0,0-17,0 17,0 0,0 0,0-17,0 17,17-17,-18 17,18 0,-17 0,17 0,0-17,0 17,-17 0,17 0,0 0,-1 0,1 0,-17 0,17 0,0 0,0 0,-17 0,17 17,-1-17,-16 0,17 0,0 17,-17-17,17 0,0 17,0-17,0 17,-18-17,18 0,0 0,0 17,-17-17,17 0,-17 0,0 17,17-17,-17 0,-1 0,18 0,-17 0,17 0,-17 0,0 0,17 0,-17 0,0-17,0 17,0 0,0-34,-1 34,1 0,0-17,0 0,0 0,-17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12.13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2779 377,'17'-17,"-17"0,0 0,0 0,0 0,0 0,-17 17,17-17,0 0,-17 17,17-17,-33 1,16-1,0 0,0 0,0 0,0 0,-17 17,17-17,-17 0,0 17,1-17,-1 17,-17-17,17 17,-17-17,-17 17,18 0,-1-17,0 17,0 0,-16 0,16 0,0-17,0 17,0 0,-16 0,16 0,-17 0,17 0,-16 0,-1 0,17 0,-17 0,1 34,16-34,-17 0,17 17,-17-17,18 17,-1 0,0 0,0 0,17-17,-16 17,16 0,0 0,0 0,0 0,0-1,0 1,1 17,-1-17,0 0,17 0,-17 17,0-17,17 0,0 17,-17-17,17 16,1-16,-1 0,0 0,0 0,0 0,0 0,0-17,0 17,0 0,0 0,0-17,17 17,-17-17,17 17,-17-17,17-17</inkml:trace>
  <inkml:trace contextRef="#ctx0" brushRef="#br0" timeOffset="272.777">-48 462,'0'16,"16"1,-16 17,0-17,0 0,0 0,0 0,17 0,-17 0,0 0,17-17,-17 17,17-17,0 0,0 0,17 0,-17 0,17 0,0-34,0 34,16-17,-16 17,0 0,0-17,0 17,0-17,0 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18.973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35 34,'0'17,"0"0,-17 0,17 0,0 0,0 0,-17 0,17 0,0 0,0 0,0 0,0-34,0 0,0 0,0 0,0 0,0 0,0 0,0 0,0 0,0 0,0 0,17 17,0 0,-17 17,17-17,-17 17,17-17,0 17,0 0,-1 0,-16 0,17 0,0-17,0 17,0 0,0-17,0 17,0-17,0 0,-17 17,17-17,0 0,-17-34,17 34,-17-17,0 0,0 0,0 0,0 0,0 0,0 0,0 0,0 0,0 0,0 0</inkml:trace>
  <inkml:trace contextRef="#ctx0" brushRef="#br0" timeOffset="547.7902">390 34,'0'0,"0"17,17 0,-17 0,0 0,0 0,0 0,0 0,0 0,0 0,0 0,0 0,0 0,0-34,0 0,0 0,0 0,0 0,0 0,0 0,0 0,0 0,0 0,17 17,-17-17,0 0,17 17,0 0,0 0,0 0,0 0,0 0,0 0,0 17,0-17,-17 17,0 0,17 0,-17 0,0 0,0 0,0 0,0 0,0 0,0 0,0 0,-17-17,17 16,0 1,-17 0,0-17</inkml:trace>
  <inkml:trace contextRef="#ctx0" brushRef="#br0" timeOffset="740.6536">407 170,'17'0,"0"0,0-17,17 17,-17-17,0 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28.461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2660 600,'17'-17,"-17"0,17 17,-17-17,0 0,0 0,0 0,0 0,0 0,-17 17,17-17,-17 17,17-17,0 1,-17 16,0-17,17 0,-17 17,17-17,-17 17,0-17,17 0,-17 17,0-17,17 0,-16 17,-1-17,0 17,0-17,0 0,0 17,0-17,0 0,-17 17,17-17,0 17,-17-17,17 17,-16-16,16 16,-17-17,0 17,17-17,-17 17,0-17,17 17,-17-17,1 17,16 0,-17-17,0 17,17-17,-17 17,0 0,0 0,17-17,-16 17,-1 0,17 0,0-17,-17 17,17 0,-17 0,17 0,0 0,0 0,-16 0,16 0,0 0,-17-17,17 17,-17 0,17 0,-17 0,17 0,-17 0,17 0,-16 0,-1 0,17 0,-17 0,0 0,0 0,17 0,-17 0,1 0,16 0,-17 0,17 0,0 0,-17 0,17 0,0 17,-17-17,17 0,0 0,0 0,1 0,-1 17,0-17,0 0,0 17,0-17,0 17,0-17,0 17,0-17,0 0,-17 17,17 0,0-17,1 0,-1 17,0-17,0 17,-17-17,17 16,0-16,0 0,17 17,-17-17,0 17,0-17,0 0,17 17,-17-17,0 0,1 0,-1 17,0-17,17 17,-17-17,0 0,17 17,-17-17,0 17,17 0,-17-17,17 17,-17-17,17 17,-17-17,17 17,-17 0,0 0,17 0,-17-17,17 16,-17 1,17 0,0 0,0 0,-17-17,17 17,0 0,0 0,0 0,0 0,34 0,-34 0,0 0,17-17,-17 17,17 0,0-1,0-16,-17 17,17 0,0-17,0 17,0-17,0 17,17-17,-17 17,-1-17,18 17,-17-17,0 0,17 17,0-17,-17 0,17 17,0-17,-1 0,1 0,-17 0,17 17,0-17,0 0,0 0,0 0,-1 0,1 0,0 0,17 0,-17 0,0 0,17 0,-18 0,18 0,-17 0,17 0,-17 0,0 0,-1 0,1 0,0 0,0 0,-17 0,17-17,0 17,0 0,-1 0,1 0,0 0,0 0,0 0,0-17,0 17,0 0,-1 0,1 0,0 0,0-17,0 17,17 0,-34 0,33 0,-33 0,17-17,0 17,0 0,0 0,-17 0,17-17,-1 17,-16 0,17-17,-17 17,0 0,17-17,-17 17,0 0,0-17,0 17,0 0,0-17,0 17,-1-16,1 16,0 0,-17-17,17 17,0-17,0 0,-17 0,17 17,-17-17,17 17,-17-17,0 0,17 17,-17-17,0 0,0 0,17 17,-17-17,0 0,0 0,0 0,0 1,0-1,0 0,-34 0,34 0,-17 0,0 0,-17 17,17-17,0 0,-16 0,-1 0,17 17,-17-17,0 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30.037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2154 262,'0'-17,"17"17,17 0,-17-17,0 17,0 0,-1 0,-16-17,0 1,-16 16,16-17,-17 17,0 0,17-17,-17 17,0-17,0 17,0-17,-17 17,17-17,0 17,-17 0,0-17,1 17,16-17,-17 17,0 0,-17-17,17 17,0 0,-16-17,16 17,0 0,0 0,0 0,17-17,-17 17,0 0,1 0,-1 0,0-17,0 17,0 0,0 0,0 0,1 0,-1 0,0 0,0 0,17 0,-17 0,0 0,17 0,-17 0,1 0,16 0,-17 0,0 0,17 0,-17 0,0 0,17 0,-17 17,18-17,-18 0,17 0,-17 17,17-17,-17 0,17 0,0 17,-17-17,17 0,-16 0,16 17,-17-17,17 0,-17 0,17 17,0-17,0 0,0 17,-17-17,17 0,0 17,1-17,-1 17,-17-17,17 17,0-17,0 0,17 17,-17-17,0 17,0-1,17 1,-17 0,17 0,-17 0,17 0,0 0,0 0,-17 0,17 0,0 0,0 0,-17 0,17 0,0 0,0-1,0 1,0 0,0 0,34 0,-34 0,17 0,17 0,-17 0,0 0,0-17,17 17,-17 0,17 0,-18-17,1 17,17-17,-17 17,17-17,-17 16,17-16,0 17,0-17,-1 0,1 17,0-17,17 17,-17-17,17 0,-17 0,16 17,1-17,-17 0,17 0,0 0,-18 0,18 0,0 0,-17 0,17 0,-17 0,16 0,-16 17,17-17,-17 0,0 0,17 0,-18 0,1 0,0 0,0 0,0 0,0 0,17 0,-18-34,1 34,0 0,0 0,0 0,0 0,0-17,0 17,-1-17,1 17,0 0,0-17,0 17,0 0,0-16,-1 16,-16-17,17 17,-17 0,17-17,-17 17,17-17,-17 17,0-17,0 17,0-17,0 17,-1 0,1-17,0 17,-17-17,17 17,-17-17,17 17,0-17,-17 0,17 0,-17 0,0 0,0 0,0 1,0-1,0 0,-17 0,17 0,-34 0,34 0,-17 0,0 0,0-17,1 17,-18 0,17 0,0 0,-17 17,0-16,0-1,0 17,-16 0,16-17,-17 17,0 0,0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31.61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2255 274,'0'-17,"-17"17,17-17,-17 17,17-17,-17 17,17-17,-17 17,0-17,0 17,17-17,-17 17,0-16,1 16,-18-17,17 17,0-17,-17 17,17-17,-17 17,0-17,17 17,-17-17,1 17,-1 0,0-17,17 17,-34-17,17 17,0 0,1-17,-18 17,17 0,0-17,0 17,0 0,-17 0,18 0,-1 0,0 0,-17 0,17 0,0 0,0 0,-16 0,16 0,0 0,0 0,0 0,0 0,0 0,1 0,-1 17,0-17,0 0,0 17,0-17,-17 17,18-17,-1 17,0 0,0-17,0 17,0 0,0-17,1 17,16 0,-17-1,17-16,-17 17,17 0,0 0,0 0,0-17,0 17,0 0,0 0,0 0,1 0,16 0,-17 0,0 0,17 0,-17 0,17-1,-17 1,17 0,0 0,0 0,0 0,0 0,0 0,0 17,0-17,17 0,-17 0,0 0,34 0,-34-1,17 1,-1 0,1 0,0 0,0 0,0 0,17-17,-17 17,0 0,17-17,0 17,0-17,-18 17,35 0,-17-17,0 17,17-17,0 17,-18-17,18 17,0-17,0 16,0-16,-1 0,1 17,0-17,0 0,-17 0,17 0,-1 0,1 0,-17 0,17 0,-17 0,16 0,-16 0,17 0,-17 0,0 0,17 0,-17 0,-1-17,18 17,-17 0,0-16,17 16,-17 0,-1 0,1-17,17 0,-17 17,0-17,0 17,17-17,-18 17,1-17,0 0,-17 17,17-17,0 0,-17 17,0-17,0 0,0 0,-1 17,-16-17,17 0,0 0,-17 1,0-1,17 0,-17 0,0-17,17 17,-17 0,0 0,0 0,0 0,0 0,0 0,-34 0,34 0,-17 1,17-1,-33 0,16 0,-17 0,0 0,17 0,-17 0,-17-17,17 17,1 0,-18 0,17 0,-17 0,0 1,17-1,-16 0,16 0,-17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37.409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17 53,'0'-17,"-17"17,17 17,0 0,0 0,0 0,0 0,34 0,-34 0,17 0,-17 0,17 0,0-17,-1 17,-16-1,17-16,0 17,0-17,0 17,0-17,17 0,-17 17,0-17,0 0,17 0,-17 0,16 0,-16-34,17 34,-17-17,17 17,-17-33,17 33,0-17,0 0,-1 0,1 0,0 0,0 17,0-17,0 0,0 17,-17-17,16 0,1 17,0 0,0-17,-17 17,17 0,0-17,0 17,-1 0,1 0,0 0,0-17,0 17,0 0,0 0,0 0,-1 0,1 0,0 0,0 34,0-34,-17 17,17-17,0 17,-18 0,1 0,0 0,0-17,0 17,0 0,0 0,-17 0,17 0,0-17,-17 17,17-17,-17 16,17-16,0 0,-17 17,17-17,0 0,0 0,-17-17,16 17,-16-16,17 16,-17-17,17 17,-17-17,17 0,0 0,0 17,-17-17,17 17,0-17,0 17,-17-17,17 17,0-17,0 17,0 0,0 0,0-17,-1 17,1 0,0 0,0 0,17 0,-17 0,0 0,17 0,-17 0,0 0,17 0,-17 0,16 0,-16 0,17 0,-17 17,17-17,0 0,0 0,-17 17,17-17,-1 0,1 0,-17 0,17 17,0-17,0 0,-17 0,17 17,-1-17,-16 0,0 0,17 0,-17 0,0 0,0 0,0 0,0 0,0 0,0 0,0 0,0 0,0-17,-1 17,1 0,0 0,0 0,0 0,-17-17,17 17,0 0,-17-17,17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39.601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0 256,'0'-17,"0"0,0 34,0 0,0 0,17 0,-17 0,0 17,17-17,-17 0,34 0,-34 0,17 0,0 0,0-1,-1 1,18-17,-17 17,17-17,-17 17,17-17,0 0,0 0,0 0,-1 0,1 0,0 0,0-34,0 34,0-17,0 17,16-16,-16 16,0-34,0 17,0 17,0-17,17 0,-18 0,1 0,17 17,-17-17,17 0,-17 17,-1-17,18 0,-17 17,17 0,0-17,-17 17,16 0,-16-17,17 17,0 0,0 0,-1 0,-16 0,17 0,-17 0,17 34,-17-34,0 17,16-17,-16 17,0-17,0 17,0 0,0-17,0 17,-1-17,1 17,-17 0,17-17,-17 17,17-17,-17 17,0-17,17 0,-17 17,-1-17,1 0,0 17,0-17,0 0,0 0,0 0,0 0,0 0,0 0,0 0,0-17,0 17,0-17,0 17,-1 0,1-17,0 17,0-17,17 17,-17 0,0-17,17 17,-17-17,17 17,0-17,-1 17,1-17,17 0,-17 17,17-17,0 17,-18 0,18-17,0 17,0 0,0-17,16 17,-16 0,0 0,0 0,0 0,-1 0,1 0,17 0,-17 0,-1 0,18 17,-17-17,17 0,-1 0,-16 17,17-17,-17 0,0 17,-1-17,1 0,0 0,0 0,-17 0,16 0,-16 0,0 0,0 0,0 0,0 0,-17 0,0 0,17-17,-18 17,1 0,0-17,0 17,0-34,0 17,0 1,-17-1,17 0,-17 0,0 0,0 0,0 0,0 0,0 0,-17 17,17-17,-34 0,17 17,0-17,-17 17,1 0,-1 0,0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0.373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423 69,'17'0,"17"0,-17 0,0 0,-1 0,1 0,0 0,0 0,0-17,0 0,-17 0,-34 17,34-17,-17 17,0 0,0 0,1 0,-1 0,0 0,0 0,0 0,-17 17,17-17,-17 17,0-17,17 17,-17 0,1 0,-1 0,0-1,0 1,17 0,-17 0,17 0,0 0,0 0,0 0,1 0,16 0,0 0,33-17,-16 17,17-17,-17 0,17 0,-17 0,0 0,17-17,-17 17,17 0,-18-34,18 34,-17-17,0 17,17-17,-17 0,0 0,0 0,0 17,-17-17,17 17,0-17,0 0,-17 1,17 16,-17 16,16 18,-16-17,17-17,-17 17,0 0,17-17,-17 17,17-17,-17 17,17-17,0 17,0-17,17 0,-17 0,0 0,0 0,0 0,17 0,-18 0,18-17,-17 17</inkml:trace>
  <inkml:trace contextRef="#ctx0" brushRef="#br0" timeOffset="265.2022">1049 1,'0'-17,"0"0,-17 17,17 17,0 17,0-17,0 0,0 17,0-17,0 16,0 1,-16-17,16 17,0-17,0 17,-17-17,17 0,0 17,0-17,0-1,0 1,0 0,0 0,0 0,17-17,-1-34,1 17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2.245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18 272,'-17'17,"17"0,0 0,0 0,0 0,0 0,0 0,0 0,0 0,0 0,0-1,17-16,-17 17,17-17,-17 17,33-17,-16 0,0 0,17 0,0 0,0 0,0 0,0-17,16 17,-16-17,17 17,-17-33,17 33,-17-17,-1 0,18 0,-17 0,0 0,0 0,0 17,0-17,-1 0,1 0,0 17,-17-17,17 17,0-17,0 17,-17-17,17 17,-1 0,1 0,0 0,-17 0,17 0,0 0,0 0,-17 0,16 17,-16-17,17 17,0-17,0 17,-17-17,17 34,-17-34,17 17,-17 0,16 0,-16-17,0 17,0-17,0 17,0-17,0 17,0-17,0 17,0-17,0 0,0 0,-17-17,17 17,0-17,-1 0,1 17,-17-17,17 17,0-17,0 0,0 17,0-17,0 0,0 17,17-17,-17 0,17 17,-1-17,1 0,0 17,0-17,0 17,17 0,-17 0,16 0,1 0,0 0,0 0,17 0,-18 0,18 17,0-17,-17 0,16 17,1-17,0 17,16-17,-16 17,0-17,17 17,-18-17,18 0,-17 17,16-17,1 0,0 17,-1-17,-16 0,17 17,-1-17,-16 0,17 0,-17 0,-1 0,1 0,0 0,-17 0,-1 0,1 0,0 0,-17-17,0 17,0-17,-17 17,16-34,-16 34,0-17,0 0,-17 0,17 0,-17-16,17 16,-17 0,0 0,17 0,-17 0,0 0,0 0,0 0,0 0,-34 17,0-17,17 17,-17 0,1 0,-1 0,-17 34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1.28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18,'0'0,"0"-17,17 17,0 0,0 0,0 0,0 17,0 0,0 17,0-17,-17 0,0 0,0 0,0 0,0 0,0-1,0 1,-17 0,17 0,-34-17,34 17,-17-17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2.885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323 118,'0'0,"-17"0,51 0,-34-17,17 17,0-17,17 17,-34-17,17 17,-17-16,0-1,0 0,0 0,-17 17,0 0,0 0,0 0,0 0,0 0,0 0,-17 17,17-17,0 34,-16-34,16 16,-17 1,17 0,0 0,-17 0,17 0,0 0,0 0,0 0,0 0,17 0,0 0,0 0,0 0,17-17,-17 17,34-17,0 0,-17 0,0 0,0 0,0-17,0 17,17-17,-18 17,1-17,0 17,0-34,0 34,0-17,0 17,0-17,0 17,0-17,0 17,-17-17,17 17,0-17,0 0,0 17,-17 17,16 0,-16 0,0 0,17 0,-17 0,0 0,17 0,-17 0,17-17,-17 17,17 0,0-17,-17 16,17-16,0 0</inkml:trace>
  <inkml:trace contextRef="#ctx0" brushRef="#br0" timeOffset="480.4986">882 17,'0'-17,"17"17,0-17,0 17,0 0,0 0,-1 0,1 0,0 0,0 0,0 0,0 0,0 0,0 17,0-17,0 17,0 0,-17 0,0-1,0 1,0 0,0 0,-34 0,34 0,-34 0,17 0,0-17,0 17,-17 0,17-17,-16 17,16-17,0 17,-17-17,17 0,0 17,0-17,0 0,51 0,-34-17,17 17,17 0,-17-17,17 17,-17 0,16-17,1 17,0-17,0 17,-17 0,17-17,0 17,0 0,-1-17,-16 17,17-17,0 17,-17 0,0-17,0 17,0 0,0-17,-17 0,0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6.02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18 627,'-17'0,"17"-17,0 0,17 0,17 0,-34 0,34 17,-17-17,0 0,0 0,17 0,0 1,-17-1,16 0,1 0,0 0,0 0,0 0,0-17,0 17,-1 0,1-17,17 17,-17 0,0 1,0-1,0 0,-1 17,1-17,0 0,-17 17,17-17,-17 0,0 17,-17-17,17 17,0-17,-17 0,17 0,-17 0,0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4.924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34 0,'-17'0,"0"0,34 17,0-17,-17 33,34-33,-17 0,17 0,0 17,0-17,0 0,16 0,1 0,17 0,-17 0,16 0,1 0,0-17,0 17,-1 0,1 0,0-16,0 16,-1 0,-16 0,17 0,-17 0,-1 0,-16 0,17 0,-17 0,0 0,0 0,-17 0,0 16,-1-16,1 0,-17-16,0-1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6:54.43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55 210,'0'0,"0"-17,0 0,0 0,0 0,17 17,17-17,-17 17,0 0,17 0,-17-17,17 17,16 0,-16 0,17 0,0 0,0-17,0 17,16 0,-16 0,17 0,0-17,-1 17,1 0,0-17,16 17,1 0,-17-17,16 17,1 0,17-16,-18 16,1 0,0-17,16 17,-16 0,-17 0,16 0,1 0,-17 0,0 0,-1 0,1 0,0 0,-17 0,-1 0,1 0,0 0,-17 0,0 17,0-17,-1 0,-16 16,17-16,-17 17,0-17,0 0,0 17,0 0,0-17,0 17,-17 0,17 0,0 0,0 0,-1 0,1 17,0 0,-17-1,17 1,-17 0,0 17,17 0,-17 0,0 16,17-16,-17 17,17 0,-17-1,17 1,0 0,-17 0,17-1,0-16,0 17,17-17,-17 16,-1-16,1 0,0-17,0 17,0-18,0 18,0-17,-17 0,17 0,-17-17,0 17,0-17,17 0,-17-1,0 1,0 0,0 0,-34-17,0 17,17-17,0 0,-17 0,1 17,-1-17,-17 0,17 0,-17 0,-16 0,16 0,-17 0,-17 0,18 0,-18 0,-17 0,18 0,-18 0,0 0,1 0,-1 0,1 0,-1 0,0 0,-16 0,16 0,1 0,-1 0,1 0,16 0,-17 17,18-17,-1 0,0 0,18 0,-1 0,0 0,0 0,1 0,16 0,-17 0,17 0,0 0,1 0,-1 0,17 0,0 0,0 0,17-17,0 17,0 0,17-17,-16 17,16-34,0 17,33 0</inkml:trace>
  <inkml:trace contextRef="#ctx0" brushRef="#br0" timeOffset="-865.9111">-97 210,'17'-17,"-17"0,17 0,-17 0,17 0,-17 0,0 0,0 0,0 0,17 17,-17-17,0 1,0 49,0-16,0 17,0 0,0 0,0 0,0 17,0-1,0 18,0 0,0 0,0-1,0 18,0-17,0 16,17 1,-17-17,0 16,0-16,17-17,-17 17,0-17,0-1,0 1,0-17,0 0,0 0,0 0,0-1,0-16,0 0,0 0,0 0,0 0,0 0,0-34</inkml:trace>
  <inkml:trace contextRef="#ctx0" brushRef="#br0" timeOffset="8928.4227">-419 1006,'17'0,"0"0,17 0,-17 0,0 0,0 0,0 0,17 0,-1 0,-16 0,17 0,17 0,-17 0,0 0,17-17,-1 17,1 0,0-17,0 17,16-17,-16 17,0 0,0 0,17-17,-18 17,18 0,-17-17,17 17,-18 0,18 0,0 0,-17-17,16 17,-16 0,17-17,0 17,-1 0,-16 0,17-17,0 17,-1 0,1 0,0-17,-17 17,16 0,-16 0,17 0,-17 0,0-17,-1 17,1 0,17 0,-17 0,0 0,-1-17,1 17,17 0,-17 0,-1-17,18 17,-17 0,17 0,-1 0,-16 0,17-16,-17 16,0 0,-1 0,18 0,-17 0,-17 0,17 0,-18 0,18 0,-17 0,0 0,0 0,0 0,-17 0,17 0,-1 0,1 0,-17 0,17 0,-17 0,0 0,17-17,-17 17,0 0,17 0,-18 0,1 0,0 0,0 0,0 0,-34 0,-17 0</inkml:trace>
  <inkml:trace contextRef="#ctx0" brushRef="#br0" timeOffset="10150.8982">-334 1429,'-17'0,"51"0,-17 0,17 17,-17-17,-1 0,18 0,-17 0,17 0,0 0,17 0,-17 0,16 0,1 0,0 0,0 0,17 0,-1 0,-16 0,34 0,-17 0,-1 0,1 0,17 0,-18 0,18 0,-17 0,16 0,1 0,0 0,-1 0,1-17,0 17,-1 0,1 0,0 0,-1 0,1 0,0 0,-17 0,16 0,-16 0,0 0,16 0,-16 0,0 0,0 0,-1 0,1 0,0 0,-1 0,1 0,0 0,-17 0,16 0,-16-17,17 17,-17 0,0 0,-1 0,1 0,0-17,0 17,-17 0,16 0,-33-17,17 17,0 0,-17 0,17 0,-17-17,0 17,17 0,-17 0,0-17,16 17,-16 0,0 0,0 0,0-17,0 17,0 0,0-17,0 17,0 0,0 0,0-16,0 16,0 0,-17-17,16 17,1 0,-17-17,17 17,0 0,0 0,0-17,0 17,-17-17,0 0,0 0,0 0,0 0,0 0,0 0,0 0,0 0,0 0,0 0,0-16,0 16,0 0,-17 0,17-17,0 17,-17 0,17-17,-17 17,0 0,0 0,0 0,1 1,-18 16</inkml:trace>
  <inkml:trace contextRef="#ctx0" brushRef="#br0" timeOffset="566.4534">157 752,'0'0,"-17"-17,0 17,0 0,17-17,-17 17,17-17,17 17,17 0,0 0,-17 0,17 0,16 0,1 0,0 0,0 17,17-17,-1 0,1 0,0 0,16 0,-16 0,17 0,16 0,-16-17,17 17,16 0,-16 0,-1-17,18 17,0 0,-1 0,-16 0,16 0,1 0,-18 0,1 0,0 0,-1-17,1 17,-18 0,1 0,0 0,-34 0,16 0,-33 0,0-17,0 17,-17 0,0 0,-51-17,17 17,-17 0,0-17</inkml:trace>
  <inkml:trace contextRef="#ctx0" brushRef="#br0" timeOffset="1280.8771">851-10,'17'0,"-17"17,17-17,-17 17,0 16,17-16,-17 17,0 0,17 0,-17 17,0-17,0 16,0 18,0 0,0 0,0-1,0 18,0 0,0-1,0 1,0-17,0 16,0-16,0 0,0-17,0 16,0-16,0 0,0-17,0 17,0-17,0-1,0 1,0 0,0-17,0 17,0-17,0 0,0 0,0 0,0 0,0 0,17-17,0-17,0-17</inkml:trace>
  <inkml:trace contextRef="#ctx0" brushRef="#br0" timeOffset="26485.8324">1291 227,'0'17,"0"0,0 0,17-1,-17 1,17-17,-17 17,17-17,-17 17,17 0,0-17,0 0,0 0,0 0,0-17,0 0,0 17,0-34,0 18,16 16,-16-34,0 17,0 0,17 0,-17 0,17-17,-17 17,17-17,0 17,-17-17,16 1,1 16,0-17,-17 17,17 0,-17 0,0 0,0 0,0 0,0 0,0 17,-17 17</inkml:trace>
  <inkml:trace contextRef="#ctx0" brushRef="#br0" timeOffset="1779.8294">1969-129,'0'17,"0"0,0 0,0 0,0 17,0-17,0 17,0-1,0 1,0 17,0-17,0 17,0 0,0 16,0-16,0 34,0-18,0 18,0-17,0 17,0-1,0 1,-34 0,34-18,0 1,-17 0,17-1,-17 1,17-17,0 0,0 0,0-1,0-16,0 0,0 0,0-17,0 17,0-17,0 0,17 0,0-17,-17-17,17 17,-17-34,0 17,0 0</inkml:trace>
  <inkml:trace contextRef="#ctx0" brushRef="#br0" timeOffset="27858.4754">2866-10,'0'17,"17"-17,-17 17,17-1,-17 1,0 0,0 0,0 0,0 0,0 0,0 0,0 0,0 0,0 0,34-17,-17 0,-17-34,34 34,-17 0,0-17,0 17,0-34,-1 34,1-17,0 0,0 17,0-17,17 0,-17 0,17 1,-17-1,17 0,0 0,-18 0,18 0,0 0,-17 17,0-17,0 0,0 17,0 0,0-17,0 17,-17 17,-17-17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7.385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50 67,'0'0,"-17"-17,17 0,0 1,-17 16,17-17,-16 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6.961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19 155,'0'0,"0"-17,0 0,0 0,0 0,-17 0,17 0,0 0,0 0,17 17,17 0,-17-17,0 17,0 0,0 0,0 0,-1 0,1 0,17 0,-17 34,0-34,0 0,0 17,0 0,0-17,-17 17,17 0,-17 0,0 0,0 0,0-1,-34 1,34 0,-34-17,34 17,-34 0,17-17,0 17,0-17,0 17,1-17,-1 17,0-17,0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8.06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17 69,'0'0,"-17"-17,17 0,0 0,0 0,17 17,0 0,17 0,-18 0,1 0,17 0,-17 0,0 0,0 0,17 0,-17 0,0 17,0-17,0 0,0 17,0-17,-1 17,1 0,-17 0,0 0,0 0,0 0,0-1,0 1,-33 0,16 0,17 0,-34-17,0 17,17-17,0 17,0-17,0 0,0 0,0 0,0 0,0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8.572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0 222,'0'0,"17"17,0-17,0 0,0 0,0 0,0 0,0 0,0 0,0 0,0 0,-1 0,18 0,-17-17,17 17,-17 0,0-16,17 16,-17-17,0 17,0-17,0 0,-17 0,17 17,-17-17,16 0,-16 0,0 0,0 0,0 0,0 0,-16 17,16-17,-34 17,17 0,0 0,0 0,0 0,0 0,0 17,0-17,0 17,0-17,0 34,0-34,0 17,1 0,16 0,-17 0,17 0,-17 0,17 0,0 0,0-1,0 1,0 0,0 0,34-17,-34 17,33 0,1-17,-17 17,0-17,17 0,-17 0,17 0,-17 0,17 0,-17 0,-1 0,18 0,0 0,-17-17,17 17,-17 0,17-17,-17 17,0-17,17 17,-18-17,1 17,-17-17,17 17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6.29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17 0,'-17'0,"17"16,0 1,0 0,34 0,-17 0,17-17,-17 17,0-17,0 17,0-17,-17 17,17 0,0-17,0 17,-1-17,-16 17,0 0,17-17,-17 17,0 0,0 0,0-1,-33 1,33 0,-34 0,34 0,-17 0,0-17,0 17,0-17,0 17,0-17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6.637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17 0,'17'0,"-17"17,0 0,0 16,0-16,0 0,0 0,0 0,0 0,0 17,0-17,0 0,0 17,0-17,0 0,0 0,0 16,0-16,0 0,0 0,0 0,0 0,0 0,0 0,-17-17,0-17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7.23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0,'0'0,"17"0,0 16,-17 1,17-17,-17 34,0-17,17 0,-17 0,0 0,17 0,-17 0,0 0,0 0,0 0,0 0,0 0,0-1,0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9.034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0 474,'0'0,"-16"17,49-17,1 0,-17 0,17-17,0 17,0-17,17 17,-1-17,1 0,0 1,0 16,0-17,16 0,1 17,0-17,0 0,-1 0,18 0,-17 0,16 0,1 0,0 0,-18 0,18 0,0 0,-18 0,1 1,0-1,17 17,-35-17,18 0,0 17,-17-17,-1 17,1-17,0 17,0 0,-17-17,0 17,-1 0,1 0,-17-17,17 17,-17 0,0 0,0 0,-17-17,17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7.70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55 0,'0'17,"0"0,0 0,0 0,0 0,0 0,0 0,-16 0,16 17,0-17,0 17,0-18,-17 18,17-17,0 17,0 0,0 0,0-17,0 17,0 0,0-1,0 18,0-17,0 0,0 0,0 0,0 0,0-1,0 1,0-17,0 17,0-17,0 0,0 0,0 0,0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7:49.188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34,'0'0,"17"0,0 0,-17-17,17 17,-17-17,17 17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38.92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1440,'34'0,"-17"-34,16 17,-16 17,0-34,17 17,-17 0,17-17,17 17,-17-16,16-1,1 0,0 0,17 0,-17-17,16 17,1-16,0-18,0 17,-1 0,1 0,17-16,-18 16,18-17,-17 17,0 18,16-18,-33 0,17 0,-17 17,-1 0,1 1,-17-1,0 0,0 17,-17 0,0 0,-17 0,17 0,-1 0,-16 0,0 0,0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46.978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-220-1185,'-17'0,"17"-17,0 0,-17 17,17-17,-17 17,1 0,-1 0,0 0,0 0,0 0,0 17,0-17,0 0,0 17,0-17,17 17,-17-17,17 17,-17-17,17 16,0 1,0 0,0 0,34-17,-34 17,17-17,-17 17,34-17,-17 17,0-17,0 17,0-17,0 0,16 17,-16-17,0 17,0-17,0 17,0-17,0 0,0 17,0-17,-17 17,17-17,-17 17,-34-17,34 17,-34-17,0 16,17-16,0 0,0 0,1 0,-18 0,17 17,0-17,0 0,0 0,17-33,-17 33,17-17,0 0,0 0,34 0,-34 0,34 0,-34 0,34 0,-17-17,-1 17,1 17,17-17,-17 0,0 0,0 17,0-16,17 16,-17-17,0 17,0-17,0 17,16-17,-16 17</inkml:trace>
  <inkml:trace contextRef="#ctx0" brushRef="#br0" timeOffset="455.9418">119-1236,'0'0,"-17"0,17-17,34 17,0 0,-17 0</inkml:trace>
  <inkml:trace contextRef="#ctx0" brushRef="#br0" timeOffset="302.1956">339-1236,'-17'17,"17"0,0 17,0-18,-17 1,0 0,17 0,-17 0,0 17,0-17,1 0,-1 17,0-17,0 17,0-17,0 16,17-16,-17 0,0 17,0-17,0 0,0 0,0 0,17-34</inkml:trace>
  <inkml:trace contextRef="#ctx0" brushRef="#br0" timeOffset="-3149.8293">-1659-1660,'0'-16,"0"-1,0 0,-17 17,0 17,17 16,-17-16,17 0,0 17,0 0,0 0,0 0,0 0,0 0,0-1,0-16,0 17,17 0,-17-17,0 0,0 0,17 0,-17 0,0 0,17-17,-17-17,0-17,0 17,0 0,0 0,0 0,0 0,0 0,0 0,0 0,0 0,0 1,0-1,17 0,0 17,0 0,0 0,0 0,0 0,-1 0,18 0,-17 0,0 0,17 0,-17 0,0 0,0 0,0 17,0-17,0 0,-17 17,17-17,-17 16,0 1,0 0,0 0,0 0,0 0,-17 0,17 0,-34 0,34 0,-34-17,17 17,0 0,0-17,0 17,0-17,0 0,0 17,0-17,1 0,-1 0,0 0,17-34</inkml:trace>
  <inkml:trace contextRef="#ctx0" brushRef="#br0" timeOffset="-1056.7036">-1016-1626,'0'-17,"0"0,-17 17,17-16,0-1,0 0,0 51,0-1,0 1,0-17,34 34,-34-17,0 0,0 17,0-18,0 18,17-17,-17 0,17 0,0 0,-17 0,17-1,-17-16,0 0,17 17,-17-17,17 0,-17-34,0 0,0-17,0 17,0 0,0 0,-17 1,17-1,0-17,-34 17,34 0,0-17,0 0,-17 17,17-17,-17 0,17 1,-17 16,17-17,0 17,0 0,0 0,0 0,-17 17,17 34,0 0,0-17,0 0,0 0,17 16,-17-16,0 17,34-17,-34 0,0 17,0-17,34 0,-34 0,17 0,-17 0,17 0,-17 0,17-1,0 1,-17 0,17-17</inkml:trace>
  <inkml:trace contextRef="#ctx0" brushRef="#br0" timeOffset="-2728.8028">-1151-1490,'0'-17,"17"17,-17-17,17 0,0 17,-17-17,17 17,0-17,0 17,-1 0,1 0,0 17,0-17,-17 34,17-34,-17 17,17 0,-17 0,17 0,-17 0,0 0,0-1,0 1,0 0,-34-17,34 17,-17 0,17 0,-17 0,-17 0,18 0,-1-17,17 17,-17-17,17 17,-17-17,51 0,-17-17,16 0,-16 17,17-17,-17 17,0-34,0 34,17-17,-17 17,0-17</inkml:trace>
  <inkml:trace contextRef="#ctx0" brushRef="#br0" timeOffset="629.0045">864-931,'0'0,"0"-17,0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52.189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68 136,'-17'0,"0"0,0 0,0 0,34 0,17 0,-17 0,0 0,0 0,0 0,0 0,0 0,0 0,0 0,16 0,-16 0,0 0,0-17,0 17,0 0,17 0,-17 0,0 0,0 0,0 0,17 0,-18 0,1 0,0 0,0 0,17 0,-17 0,0 0,0 0,17 0,-17 0,0 0,17 0,-18 0,1 0,17 0,-17 0,0 0,17 0,-17 0,0 0,17 0,-17 0,17 0,-1 0,-16 0,17 0,-17 0,17 0,-17 0,17 0,-17 0,17 0,-17 0,16 0,-16 0,17 0,-17 0,17 0,-17 0,17 0,-17 0,17 0,-17 0,16 0,-16 0,0 0,17-17,-17 17,0 0,0 0,0 0,0 0,0 0,0 0,0 0,0 0,-1 0,1 0,0 0,0 0,0 0,17 0,-17 0,0 0,0 0,17 0,-17 0,0 0,16 0,-16 0,0 0,17 0,-17 0,0 0,0 0,0 0,0 0,0 0,0 0,0 0,0 0,0 0,-1 0,18 0,-17 0,0 0,0 0,0 0,0 0,0 0,17 0,-17 0,0-17,0 17,0 0,-1 0,1-17,17 17,-17 0,0 0,0 0,0 0,0 0,17 0,-17 0,0 0,0 0,16 0,-16 0,0 0,17 0,-17 0,17 0,-17 0,17 0,0 0,-17 0,16 0,-16 0,17 0,0 0,0 0,-17 0,17 0,0 0,0 0,-1 0,-16 0,17 0,0 0,0 0,0 0,-17 0,17 0,-1 0,1 0,0 0,-17-17,17 17,0 0,-17 0,17 0,0 0,-18 0,18 0,-17 0,17-17,0 17,-17 0,17 0,0 0,0 0,-1 0,-16 0,17 0,0-17,0 17,0 0,0 0,-17 0,16 0,1 0,0 0,0 0,-17 0,17 0,0 0,-17 0,17 0,-1 0,-16 0,17-16,0 16,-17 0,17 0,0 0,-17 0,17 0,-1 0,-16 0,17 0,0 0,-17 0,17 0,-17 0,0 0,17 0,-17 0,-1 0,1 0,0 0,17 0,-17 0,0 0,0 0,0 0,0 0,0 0,0 0,0 0,0 0,0 0,16 0,-16 0,0 0,0 0,0 0,17 0,-17 0,0 16,17-16,-17 0,0 0,16 0,-16 0,0 0,17 0,-17 0,17 0,-17 17,0-17,17 0,-17 0,17 0,-18 0,18 0,-17 0,17 0,-17 0,17 0,0 0,-17 0,17 0,-17 0,16 17,1-17,0 0,0 0,0 0,0 0,0 0,-1 0,1 0,0 0,-17 0,17 0,0 0,0 0,0 0,-17 0,16 0,1 0,-17 0,17 0,-17 0,17 0,-17 0,0 17,17-17,-17 0,16 0,-16 0,0 0,17 0,-17 0,17 0,-17 0,17 0,-17 0,17 0,-1 0,-16 0,17 0,-17 0,17 0,-17 0,17 0,-17 0,17 0,-17 0,16 0,-16 0,17 0,-17 0,17 0,-17 0,0 0,17 0,-17 0,0 0,0 0,-1 0,1 0,0 0,0 0,0 0,0 0,0 0,0 0,0 0,0 0,0 0,-17-17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29.02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-3081 491,'0'-16,"17"-1,-17 0,17 0,0 17,-17-17,17 17,0 0,-17 34,0-17,17 0,-17-1,0 1,17 0,-17 0,17-17,-17 17,17-17,-1 0,1 0,0-34,0 34,0-17,0 17,0-33,0 16,0 17,0-17,17 0,-17 0,0 0,0 0,16 0,-16 17,17-17,-17 0,0 17,0-17,0 0,0 17,0-17,0 0,0 17,0 0,-17-17,17 17</inkml:trace>
  <inkml:trace contextRef="#ctx0" brushRef="#br0" timeOffset="3964.2017">-2031-67,'0'-17,"-17"17,17-17,-17 17,0 0,17 17,0 0,0 0,0 16,34-16,-34 0,17 0,0-17,-17 17,17-17,0 0,0 0,-17 17,17-17,0 0,0 0,-1 0,1 0,0 0,0 0,0 0,0-34,0 34,0 0,0 0,0 0,17-17,-17 17,0-17,0 17,-1-17,1 17,0 0,0-16,0 16,0 0,0 0,0 0,0 0,0 0,0 0,0 0,0 0,0 0,16 0,-16 0,0 0,0 16,0-16,0 17,0-17,0 0,-17 17,17-17,0 0,-17 17,17-17,0 17,0-17,-17-17,17 0,0 17,-17-17,16 17,-16-17,17 1,0 16,0-17,0 17,0 0,0 0,0 0,0 0,0 0,0 0,0 0,0 0,0 0,0 17,-1-17,18 0,-17 0,0 0,0 16,0-16,0 0,0 0,17 0,-17 0,0 0,17 0,-18 0,1 0,0 0,17 0,-17 0,0 0,0 0,0 0,0 0,0 0,0-16,0 16,0 0,-17-17,17 17,-17-17,16 17,-16-17,0 0,17 17,-17-17</inkml:trace>
  <inkml:trace contextRef="#ctx0" brushRef="#br0" timeOffset="-22767.9273">18 0,'-17'0,"17"17,0 0,0 0,0 17,0-17,17 0,-17 0,17-17,-17 17,17-17,0 0,0 0,0 0,-17-17,17 17,-1 0,-16-34,17 34,0-17,0 0,0 17,-17-17,17 17,0-17,0 17,0-17,0 17,0 0,0 34,0-34,-17 17,17-17,0 17,-1-17,-16 17,17-17,0 17,0-17,-17 17,17-17,-17 17,17-17,0 0,-17-17,0 0,0 0,0 0,17 17,-17-17,17 17,0 0,0 0,0 0,0 17,0-17,0 0,-17 17,16-17,1 0,0 17,0-17,0 0,0 0,0 0,-17-17,0 0,0 0,17 0,-17 0,17 0</inkml:trace>
  <inkml:trace contextRef="#ctx0" brushRef="#br0" timeOffset="44239.6196">-2166 254,'0'0,"-17"-17,0 17,17-16,-17 16,17 33,0-16,0 0,0 0,0 0,0 0,0 0,17 0,0 0,0-17,-17 17,16-17,1 0,0 0,0 0,0-34,0 34,0 0,-17-17,17 17,0-17,0 17,0-17,0 17,0-17,17 0,-18 17,1-17,17 0,-17 0,0 17,17-16,-17 16,17-17,-17 17,0-17,17 17,-18 0,1 0,0 0,0 0,0 0,0 0,0 0,0 0,0 17,0-17,0 17,0-17,0 33,0-16,0 0,-1 0,1 0,0-17,-17 17,17-17,-17 17,17-17,0 17,-17 0,0-34,34 0,-34 0,17 17,0-17,0 17,-17-17,17 17,0-17,0 17,0 0,-1-17,1 17,0-17,0 17,17 0,-17 0,0-17,17 17,-17 0,17 0,-17 0,16 0,-16 0,17 0,-17 0,0 0,0 0,17 0,-17 17,17-17,-17 0,0 17,16-17,-16 17,17-17,0 0,-17 0,17 0,-17 0,0 17,0-17,0 0,0 0,0 0,-1 0,1 0,0-17,0 17,0-17,0 0,-17 0,17 17,-17-16,17-1,0 0,-17 0,17 17,-17-17,17 0,-17 0,0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08.35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0 118,'0'17,"0"0,0 0,0 0,17 0,-17 0,17-17,0 17,0 0,0-17,-1 0,1 17,0-17,0 0,0 0,0 0,0 0,0 0,0-34,0 34,0 0,17-17,-17 17,0 0,-1-17,1 17,0 0,0-17,0 17,17 0,-17-17,0 17,17-17,-17 17,0 0,17-17,-18 17,18 0,0 0,-17 0,17-17,-17 17,17 0,-17 0,17 0,-1 0,-16 0,17 0,-17 0,17 0,0 0,-17 0,17 0,-17 17,0-17,16 0,-16 17,0-17,17 17,-17-17,0 0,0 0,0 17,0 0,0-17,0 0,-17 17,17-17,0 0,0 17,-1-17,1 0,0 0,0 0,0 0,0 0,0 0,-17-17,17 17,0 0,0 0,0-17,0 17,17 0,-17 0,-1-17,1 17,0 0,17-17,-17 17,0 0,17 0,-17 0,0-17,17 17,-17 0,16 0,-16 0,17 0,0 0,-17-17,17 17,-17 0,0 0,17 0,-17 0,16 0,1 0,-17 0,17 0,0 0,0 0,0 0,-17 0,17 0,-1 0,-16 0,17 0,0 0,-17 0,17 0,0 17,-17-17,17 0,-1 0,1 0,0 0,0 0,0 0,0 17,0-17,-1 0,1 0,0 0,0 0,0 17,0-17,0 0,0 0,-1 0,1 0,0 0,0 17,-17-17,17 0,0 0,-17 0,16 0,1 0,0 0,0 0,0 0,17 0,-17 0,-1 0,1 0,0 0,0 17,0-17,0 0,-17 0,17 0,-1 0,-16 0,17 0,0 0,-17 0,17 0,-17 0,17 0,0 0,-17 0,16 0,1 0,-17 0,17 0,-17 0,17 0,-17 0,17 0,-17-17,16 17,-16 0,0 0,17 0,-17 0,0 0,0 0,17 0,-34-17,17 17,0 0,0 0,0 0,0 0,-17-17,16 17,1 0,0 0,0 0,0-17,0 17,0 0,0 0,0 0,0 0,0 0,0 0,0 0,0 0,0 0,-1-17,1 17,0 0,0 0,0 0,-17-17,17 17,0 0,0-17,0 17,0-17,0 17,0 0,0-16,0 16,0 0,-1 0,-16-17,17 17,0 0,-17-17,17 17,-17-17,0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56.289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1965 2608,'-17'0,"17"-17,-17 17,17-17,-17 17,17 17,0 0,-17-17,17 17,0 0,0-1,0 1,0 0,0 0,17-17,0 0,0 0,0 0,0 0,0-17,-1 17,-16-17,17 17,-17-17,17 17,-17-16,17 16,-17-17,17 17,0 0,-17-17,17 17,0-17,0 17,-17-17,17 17,0 0,0 0,0 0,0 0,0 0,-1 0,1 0,0 17,0-17,0 0,-17 17,17-17,0 17,0-17,0 0,-17 17,17-17,-17 16,17-16,-17 17,0 0,0-34,34 17,-34-17,17 1,0 16,-1 0,1 0,-17-17,17 17,0 0,0 0,0 0,0 0,0 0,-17 17,17-17,-17 33,17-33,0 0,-17 17,17-17,-17 17,17-17,0 17,0-17,-1 17,1-17,0 0,0 0,0 0,0 0,-17-17,17 17,-17-17,17 17,-17-17,0 0,0 0,17 17,-17-16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19.828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19 59,'-17'0,"17"17,0 0,34-17,-1 0,-16 0,17 0,0 0,0 0,0 0,0 0,0 0,16-17,-16 17,17 0,0 0,-17-17,17 17,-1 0,1-17,0 17,-17 0,17 0,-1 0,-16 0,17 0,0 0,-17 0,0 0,16 0,-16-17,0 17,0 0,0 0,-17 0,17 0,-17 0,16 0,-16 0,0 0,0 0,-17-17,17 17,-34 0,0 0,-17 0,18 0,-18 17,17-17,0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20.333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17 33,'0'17,"-17"-17,17 17,34-17,-17 0,17 0,-17 0,17 0,0 0,-1 0,1 0,17 0,-17 0,17 0,0 0,-1 0,1 0,0-17,0 17,0 0,16 0,-16-17,0 17,17 0,-18 0,1 0,0 0,0 0,-17 0,16 0,-16 0,0 0,0 0,0 0,0 0,0 0,0 0,-18-16,1 16,0 0,0 0,0 0,-34-17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24.569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21 0,'0'17,"-17"0,17 0,0 0,34 0,0-17,-34 17,17-17,0 0,-1 17,1-17,17 0,-17 0,0 0,0 17,0-17,0 0,0 0,-17 17,17-17,-17 17,17-17,-17 16,0 1,0 0,0 0,-34 0,34 0,-34 0,34 0,-34 17,17-17,17 0,-17 0,0 0,17 0,-17-1,0 1,1 0</inkml:trace>
  <inkml:trace contextRef="#ctx0" brushRef="#br0" timeOffset="26395.4613">-30 2591,'0'0,"-17"0,0 0,34 0,17 0,-17 0,0 0,17 0,-17 0,0 0,16 0,-16 0,0 0,0 0,0 0,0 17,0-17,-17 34,17-17,0 0,-17 0,0 0,17-1,-17 18,0-17,0 17,0-17,-34 17,34 0,-34-17,34 17,-17-17,17 16,-17-16,17 17,-34-17,34 0,0 0,-17 0,1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24.26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34 152,'0'0,"-17"0,0 0,17 17,17-17,0 0,17 0,-17 0,17 0,-17 0,17 0,0 0,-1 0,18 0,0-17,0 17,0-17,-1 17,18-17,-17 17,17-17,-17 17,16-16,-16 16,17-17,-17 17,-1 0,1-17,0 17,-17 0,17 0,-17 0,-18 0,18 0,-17 0,0 0,0 0,0 0,0 0,0 0,0 0,-17-34,0 17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26.014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20 153,'-17'0,"17"17,0-1,0 1,0 0,17-17,-17 17,34-17,-17 17,0-17,0 0,0 0,0 0,0 0,-1 0,1 0,0-17,17 17,-17 0,0-17,0 17,0-17,0 17,0-17,17 17,-17-16,0 16,-1-17,18 17,-17-17,0 17,0 0,0 0,0-17,0 17,0 0,0 0,0 0,0 0,0 0,0 0,-1 0,1 34,0-34,0 0,0 0,0 17,0-17,0 0,0 16,0-16,0 0,0 0,0 17,0-17,0 0,-1 17,1-17,0 17,0-17,0 0,-17-17,17 17,-17-17,17 17,0 0,-17-17,17 17,0 0,0-16,0 16,0-17,0 17,0 0,-1 0,1-17,17 17,-17 0,0 0,0 0,0 0,0 0,17-17,-17 17,0 0,17 0,-18 0,18 0,-17 0,17 0,0 0,0 0,-17 0,17 0,0 0,-1-17,1 17,0 0,0 0,-17 0,17 0,0-17,0 17,-18 0,18 0,0 0,-17 0,17 0,0 0,-17 0,17 0,-17 0,16 0,-16 0,17 0,0 0,-17 0,17 0,-17 0,17 0,0 0,-1 0,1 0,0 0,0 0,0 0,0 0,-17 0,17 0,-1 0,-16 0,17 0,0 0,-17 0,17 17,0-17,-17 0,17 0,-1 0,-16 0,17 0,0 0,-17 17,17-17,0 0,-17 0,17 0,-1 0,-16 0,17 0,0 0,-17 0,17 0,0 0,-17 0,17 0,-17 0,-1 0,18 0,-17 0,0 0,0-17,0 17,0 0,0 0,0 0,0 0,0 0,0 0,0 0,0 0,-1 0,1 0,0 0,0 0,0 0,0 0,-17-17,17 17,0 0,-17-17,17 17,0 0,0 0,-17-17,17 17,0 0,-17-17,17 17,-17-17,0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43.38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0 101,'0'17,"17"-17,-17 17,17 0,-17 0,17 0,0 0,0-17,-17 17,17-17,0 0,0 17,-1-17,1 0,0 0,0 0,0 0,0 0,17 0,-17 0,0 0,17 0,-17-17,0 17,16 0,-16-17,17 17,-17-17,17 0,-17 17,0-17,17 17,-17 0,0-17,17 17,-18 0,1 0,17 0,-17 0,0 0,0 0,0 0,17 0,-17 0,0 17,0-17,0 0,0 17,16-17,-16 17,0-17,0 17,0-17,17 17,-17 0,0-17,-17 17,17-17,0 17,0 0,-17 0,17-1,0 1,-17 0,16 0,-16 0,17-17,0 0,0 0,0 0,0-17,0 17,0-17,0 0,0 17,0 0,0-17,0 17,0-16,0 16,-1 0,1 0,-17-17,17 17,17 0,-17 0,0 0,0-17,17 17,-17 0,17-17,-17 17,16 0,1 0,0-17,-17 17,17 0,0-17,0 17,0 0,-1 0,1 0,0 0,0 0,0 0,0 0,0 0,0 0,-1 0,1 0,0 0,0 0,0 0,17 0,-17 0,-1 0,1 0,17 0,-17 0,0 0,0 0,0 0,16 0,-16 0,0 0,17 0,-17 0,0 0,16 0,-16 0,0 0,0 0,17 0,-17 0,0 0,-1 0,1 0,0 0,-17 0,17 0,0 17,-17-17,17 0,-1 0,-16 0,17 17,0-17,-17 0,17 0,-17 0,17 0,-17 0,0 0,16 0,-16 0,0-34,0 34,0 0,0 0,0 0,0 0,-17-17,17 17,-17-17,17 0,0 0,-17 0,17 0,-17 0,0 0,0 0,17 17,-17-16,0-1,17 0,-17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46.245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0 339,'0'17,"17"-17,-17 17,0 0,0 0,0-1,0 1,0 0,0 17,0-17,0 0,0 0,0 0,0 0,0 0,0 0,0 0,0 0,0 0,0-1,0 1,0 0,0 0,0 0,0 0,17-17,-17 17,17-17,-17 17,34 0,-17-17,17 17,-17-17,0 17,0-17,16 17,-16-17,17 17,-17-17,17 17,0-17,-17 0,17 17,0-17,-17 16,16-16,1 0,0 0,0 0,0 17,0-17,0 0,16 0,-16 0,0 0,0 0,17 0,-17 0,0 0,-1 0,18 0,0 0,0 0,0 0,-1 0,18-17,0 17,0 0,-1-16,1 16,17-17,-18 17,18 0,0 0,-17-17,16 17,-16 0,17-17,-1 17,-16 0,17-17,-18 17,18-17,-17 17,16-17,1 17,-17 0,17-17,-1 17,1-17,-17 17,16 0,1-17,-17 17,-1-17,18 17,-17-17,16 17,-16-17,0 17,0-17,-1 17,1-17,0 17,0-16,-1 16,1-17,-17 0,17 17,-18-17,1 17,0-17,0 17,-17 0,16-17,-16 17,17 0,-17 0,0 0,-17 0,17-17,0 17,-18 0,1 0,17-17,-17 17,0 0,0 0,-17-17,17 17,0 0,-17-17,0 0,0 0,0 0,17 0,-17 0,0 1,17 16,-17-17,0 0,17 0,-17 0,0 0,0 0,0 0,0 0,17 0,-17 0,0 0,0-17,0 17,17 1,-17-1,0 0,0 0,0 0,0 0,0 0,0 0,0 0,0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46.817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62 170,'0'0,"-17"0,0 0,0 0,17 17,-17-17,51 0,-17 0,0-17,0 17,0 0,-17-17,17 17,0-17,0 0,0 17,-17-17,17 0,0 17,-1-17,1 17,0-17,0 17,0-17,0 17,0-16,0 16,0 0,0-17,0 17,0 0,0 0,0 33,-17 1,17-34,-17 17,0 0,16 0,-16 0,0 0,0 0,17 0,-17 0,0 0,0 0,0 0,17 0,-17-1,0 1,0 0,17-17,-17 17,17-17,0 0,-17-17,0 0,0 0,-17 17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50.273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68 457,'-17'0,"0"0,0 0,0 0,17-17,34 17,-34-17,34 17,0-17,-17 0,17 1,0-1,-1 0,1 0,17 0,-17 0,0 0,17 0,-1-17,-16 17,17 0,0 0,0 0,-17-16,16 16,1 0,-17 0,0 17,0-17,0 0,0 17,-18-17,1 17,0 0,-17-17,17 17,-17 34,0-17,0 0,-17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50.652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19 542,'0'0,"-17"0,17 16,33-49,1 16,-17 17,0-34,0 34,17-17,-17 0,17 0,0 0,0 0,-1 0,1 0,0 0,0 0,0 0,0 1,0-1,-1 0,1 0,0 0,0 0,0 0,0 0,0 0,-17 0,16 17,1-17,-17 0,17 17,-17-17,0 17,0-17,17 17,-17-17,0 17,-17-16,17 16,0 0,-17-17,16 17,-16-17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59.033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142 153,'0'0,"-17"0,17-17,-17 17,0 0,0-17,1 17,-1 0,0-17,0 17,34 0,17 0,-18 0,1 0,17 0,-17 0,17 0,0 0,17 0,-17 0,-1 0,18 0,-17 0,17 0,-17 0,17 0,-18 0,18 0,-17 0,17 0,-17 0,17 17,-1-17,1 0,0 17,0-17,0 0,16 17,1-17,0 0,0 0,-1 0,1 0,17 0,-18 0,1 0,0 0,0 0,-1 0,1 0,0 0,-17 0,16 0,1 0,0-17,0 17,-1-17,1 17,0-17,-1 17,1-17,0 17,0 0,-1 0,-16-17,17 17,-17 0,0 0,16 0,-16 0,0 0,-17 0,17 0,-1 0,1 0,0 0,0 0,0 0,-1 0,1 0,17 0,-17 0,16 0,-16 0,0 0,17 0,-17 0,16 0,-16 0,17 0,-17 0,16 0,-16 0,17 0,-17 17,16-17,-16 0,17 0,0 0,-1 0,1 0,0 0,0 0,-1 0,1 0,0-17,0 17,-1 0,-16-17,17 17,-17-17,-1 17,1 0,0 0,-17 0,17-17,-17 17,-1 0,-16 0,17 0,-17 0,0 0,0 0,0 0,17 0,-17 0,0 0,0 0,0 0,16 0,-16 0,0 0,0 0,17 0,-17 0,0 0,17 0,-17 0,17 0,-17 0,16 0,-16 0,17-17,-17 17,0 0,0 0,0 0,0 0,0 0,-17 17,0 0,0 0,0 0,0 0,0 0,0 0,-17 0,17 0,0 16,-17-16,17 17,0-17,-17 17,17-17,-17 17,17 0,0-17,0 16,0 1,0 0,-17-17,17 17,0 0,0-17,0 17,0 0,0-18,0 18,0-17,0 0,0 0,0 17,0-17,17 0,-17 0,0 0,0 0,0 0,0 0,0-1,0 1,-17 0,0-17,0 17,0-17,0 0,0 0,1 0,-1 0,0 0,0 0,0 0,-17 0,17 0,-17 0,17 0,-17 0,0 0,1 0,-1 0,0 0,0 0,0 0,-17 0,17-17,-16 17,-1 0,0 0,0-17,0 17,1 0,-18 0,17 0,-17-17,1 17,16 0,-17 0,0 0,1 0,-1 0,0 0,0 0,1 0,-1 0,0 0,17 0,-16 0,-1 0,17 0,-17 0,1 0,16 17,-17-17,17 0,-16 0,-1 0,17 0,-17 0,18 17,-18-17,0 0,17 17,-16-17,16 0,0 0,0 0,0 17,1-17,-1 0,0 0,0 0,0 0,1 17,-1-17,-17 0,17 0,0 17,1-17,-1 0,-17 0,17 17,-16-17,16 0,-17 17,17-17,0 17,-16-17,16 17,0-17,0 0,1 17,16-17,-17 0,0 0,17 0,-17 17,18-17,-18 0,17 17,0-17,0 0,-17 17,17-17,1 0,-1 0,0 0,0 16,0-16,0 0,0 0,1 0,-1 0,0 0,0 0,0 17,0-17,0 0,0 0,-16 17,16-17,17 0,-17 0,0 17,0-17,17 0,0 0,-16 0,16 0,0 0,0 0,-17 0,17 0,0 0,0 0,-17 0,17 0,0 0,0-17,-16 17,16 0,0 0,0 0,0 0,0 0,0-17,0 17,-17 0,17 0,0-17,0 17,0 0,0 0,1-16,-1 16,0 0,0 0,0 0,0-17,0 17,0 0,0 0,0-17,0 17,0 0,0 0,0 0,0-17,1 17,-1 0,0 0,0 0,17-17,0 0,0 0,0 0,0 0,0 0,0 0,17 0,-17 0,0 0,17 0,-17 1,17-18,-1 17,-16-17,17 17,0-17,-17 17,17 0,0-17,-17 0,17 18,0-18,-17 0,17 17,-17-17,17 0,-17 17,17-17,-17 0,0 1,0 16,17-17,-17 17,0-17,0 17,0-17,0 17,17 0,-17 0,0 0,0 1,0-1,0 0,0 0,17 17,-17-17,0 0,0 0,0 34,0 0,34-17,-34 34,0-17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40.748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-4572-1033,'-17'0,"17"-17,0 0,0 0,0 0,17 17,-17-17,34 17,-17 0,17-17,-17 17,0 0,0 0,0 34,0-34,-17 17,17-17,0 17,-17 0,0 0,0 0,0 0,0 0,-17 0,17 0,0 0,-34-17,34 17,-17-1,17 1,-17 0,-17 0,34 0,-17 0,51-17,-17 0,0 0,0-17,17 17,-17 0,0-17,16 17,1-17,-17 17,17-17,-17 17,0-17,0 1,0 16,0 0,0 0,-17-17,17 17,0 0,-17 17,-17-1,17 1,0 0,-17-17,17 17,0 0,0 0,34-17,-1 0,1 0,-17 0,0 0,0-34,0 34,0-17,0 17,-17-17,17 17,-17-17,17 1,-17-1,0 0,17 0,-17 0,0 0,0 0,-34 0,17 17,-17 0,17 0,0 0,0 0,0 0,0 0,0 0,0 17</inkml:trace>
  <inkml:trace contextRef="#ctx0" brushRef="#br0" timeOffset="275.8451">-3522-1185,'0'0,"0"17,0-1,-17 18,17-17,0 0,0 0,-17 0,17 0,-17 0,17 0,-16 0,16 0,-17 0,0 0,17 0,-17-1,0 1,17 0,-17 0,0-17,17 17,-17-17,0 0,0 0</inkml:trace>
  <inkml:trace contextRef="#ctx0" brushRef="#br0" timeOffset="2149.196">-3640-1270,'-17'0,"17"-17,17 17,17 0</inkml:trace>
  <inkml:trace contextRef="#ctx0" brushRef="#br0" timeOffset="1303.8775">-3488-1152,'-17'0,"0"0,17-16,0-1</inkml:trace>
  <inkml:trace contextRef="#ctx0" brushRef="#br0" timeOffset="583.987">-3285-1033,'0'0,"17"0,-17 17</inkml:trace>
  <inkml:trace contextRef="#ctx0" brushRef="#br0" timeOffset="-1164.005">-5452-1287,'0'0,"-17"0,0 17,0-17,17 17,34-17,-17 0,0 0,0 0,-17-17,0 0,0 0,0 0,-17 0,17 0,-17 17,-17 0,17 0,0 0,0 0,0 0,0 0,0 0,0 17,1-17,-1 17,0-17,-17 17,17-17,0 34,0-17,17 0,-17-17,0 17,0 0,0 0,17 0,-17-1,17 1,0 0,-17-17,17 17,0 0,0 0,34-17,0 0,0 0,-17-34,17 34,-17-17,0 17,0-34,16 18,-16-1,0 17,0-17,0 0,0 0,0 17,-17-17,17 17,-17-17,17 17,-17 17,17 0,-17 0,0 0,0 0,0 0,17-1,-17 1,0 0,17 0,-17 0,17 0,0-17</inkml:trace>
  <inkml:trace contextRef="#ctx0" brushRef="#br0" timeOffset="-891.4478">-5215-1473,'0'0,"0"17,0 17,0-18,0 1,0 0,0 0,0 17,0-17,0 17,17-17,-17 17,0-17,17 17,-17-18,17 1,-17 0,17 0,-17 0,0 0,0 0,17 0,-17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49:21.85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3489 305,'0'0,"0"-17,-17 0,17 0,-17 17,17-17,-17 17,17-17,-17 17,51 0,0 0</inkml:trace>
  <inkml:trace contextRef="#ctx0" brushRef="#br0" timeOffset="-132.8268">3861 203,'0'-17,"-17"34,17 17,-17-34,17 17,-17 0,17 0,-33 0,16 0,17 17,-17-18,0 1,0 0,17 17,-17-17,0 0,0 0,0 17,17-17,-17 0,0 0,0 0,0 0,17-1,-17-16,0 17,17 0,-16-17,16-34,0 18</inkml:trace>
  <inkml:trace contextRef="#ctx0" brushRef="#br0" timeOffset="-2325.3094">0 508,'17'0,"-17"-17,0 0,0 0,0 0,0 0,0 0,0 0,17 17,-17-17,0 1,34-1,-17 0,0 0,-17 0,17 0,0 0,0 0,0 0,17 0,-17-17,-1 17,18 0,0 0,-17 1,17 16,0-17,0 0,0 0,-1 17,1-17,0 0,0 17,0 0,0-17,17 17,-18 0,1 0,0 0,0 0,0 0,0 0,0 0,0 0,-1 0,1 17,-17-17,17 0,0 17,-17-17,17 0,-17 17,17-17,-18 0,1 0,0 17,0-17,0 0,0 0,-17 17,17-17</inkml:trace>
  <inkml:trace contextRef="#ctx0" brushRef="#br0" timeOffset="-2005.6728">1389-17,'17'17,"0"-17,-17 17,34-17,-34 17,17-17,0 0,-17 17,16-17,1 17,-17 0,17 0,-17-1,0 1,0 0,0 0,0 0,-34 0,34 0,-16 0,16 0,-34 0,17 0,0-17,-17 17,17-17,0 17,0-17,0 17</inkml:trace>
  <inkml:trace contextRef="#ctx0" brushRef="#br0" timeOffset="-433.0792">2049 389,'17'0,"0"0,0 0,0-17,0 17,-17-16,17-1,-17 0,0 0,0 0,0 0,0 0,-17 17,0 0,0 0,0 0,0 0,0 17,0-17,0 17,1 0,-1-17,0 34,0-17,0-17,0 16,0 1,0 17,0-17,17 0,-17 0,17 0,-17 0,17 17,0-17,0 0,0 0,0 0,34-1,-34 1,17 0,17-17,-17 17,0-17,17 17,-1-17,-16 0,34 0,-17 0,0 0,0 0,17 0,-18-17,1 17,0-34,0 34,0-17,0 17,-17-33,0 16,17 0,-18 17,-16-17,17 0,0 0,-17 0,17 0,-17 0,0 0,17 17,-17-17,0 0,-34 17,17 0,0 17,1-17,-1 17,0-17,17 34,-17-34,0 17,0 0,0 0,0 0,17 0,-17 0,17 0,0 0,34-1,-17-16,17 0,-17 0,0 0,0 0,-1-33,1 33,-17-17,17 17,0-17,0 17,0-17,-17 34,-17-17,17 17,0 0,0 0,0-1,34 1,-17-17,0 0,0 0,0 0,17 0,-17 0,0-33,-1 33,18-17,-17 17,0-17,0 0,0 0,0 0,0 0,0 0,0 0,-17-17,17 17,-17 0,17 0,-17-16,17 16,-17-17,17 17,-17-17,0 17,0-17,0 17,0 0,0 0,0 0,0 0,-17 17,0 0,0 0,0 17,17 17,-17-17,17 0,-17 0,0 0,17 17,-17-17,17 17,0 0,-17-18,17 18,0-17,0 17,0-17,0 0,0 17,0-17,0 0,0 0,17 0,0 0,-17-1,34-16,-17 17,0-17,17 0,-17 0,16 0</inkml:trace>
  <inkml:trace contextRef="#ctx0" brushRef="#br0" timeOffset="2081.3161">5555 203,'0'-17,"0"0,0 34</inkml:trace>
  <inkml:trace contextRef="#ctx0" brushRef="#br0" timeOffset="2551.0126">5792 220,'-17'0,"0"0,-17 17,17-17,0 17,0-17,0 0,0 17,0 0,0-17,17 17,0 0,0 0,0 0,17-1,-17 1,34 0,-17-17,-17 17,17-17,-17 17,17-17,0 0,0 17,0-17,0 0,0 17,0-17,-1 0,-16 17,0 0,-33-17,33 17,-34-17,17 0,0 17,-17-17,17 0,-17 0,17 0,0 17,0-17,0 0,1 0,16-34,0 17,33 0,-33 0,17 0,17 17,-17-17,0 0</inkml:trace>
  <inkml:trace contextRef="#ctx0" brushRef="#br0" timeOffset="2977.3889">6012 254,'0'0,"17"-17,0 17,0 0,-17-17,16 17,-16-17,-16 17,-1 0,0 0,0 17,0-17,0 0,17 17,-17-17,0 17,0 0,0-17,0 17,17 0,0 0,0 0,0 0,0-1,34 1,-17-17,-17 17,34-17,-17 0,0 0,0 17,0-17,0 0,-1 0,1 0,-17 17,17-17,0 0,-17 17,0 0,-17-17,17 17,-17-17,17 17,-33-17,-1 0,17 0,0 17,0-17,0 0,0 0,0 0,17-34,0 17</inkml:trace>
  <inkml:trace contextRef="#ctx0" brushRef="#br0" timeOffset="3234.297">6249 254,'0'0,"0"-17,17 17,0 0,-17-17,17 17,0 0,-1 0,-16 17,17-17,-17 34,17-17,-17 0,0 0,0 0,0 0,0-1,0 1,0 0,-17 0,17 0,0 0,0 0,-17-17,17 17</inkml:trace>
  <inkml:trace contextRef="#ctx0" brushRef="#br0" timeOffset="3412.4455">6469 135,'-17'-17,"0"17,0 0,17 17,0 0</inkml:trace>
  <inkml:trace contextRef="#ctx0" brushRef="#br0" timeOffset="3878.31">6520 254,'0'17,"0"0,0 0,0 0,0 0,0 0,0-1,-17 1,17 0,0 0,0 0,17-17,-17-34,0 17,0 0,0 1,0-1,0 0,17 0,-17 0,17 17,-17-17,17 17,-1 0,1 0,0 0,0 17,0-17,0 17,0-17,-17 17,17-17,0 17,0-17,-17 17,17-17,-17 16,0 1,0 0,17-17,-17 17,0 0,17-17,0 0</inkml:trace>
  <inkml:trace contextRef="#ctx0" brushRef="#br0" timeOffset="1285.842">4471 322,'0'0,"0"34,17-34,-17 16,0 1,0 0,0 0,0 0,0 0,0 0,0 0,0 0,0 0,0 0,0 0,0 0,0 0,0 0,-17-1,0-32,17-1,0 0,0 0,0 0,0 0,0 0,34 17,-34-17,0 0,17 0,0 0,0 0,-17 0,16 17,-16-17,17 17,0-17,0 17,0 0,0 0,0 0,0 0,0 0,0 0,0 17,0 0,0-17,-17 17,17-17,-17 17,17-17,-17 17,0 0,16-17,-16 17,0 0,0 0,0 0,-16-17,-1-17,17 0,0 0,0 0,0 0,33 0,-33 0,17 17,-17-17,17 0,0 0,0 17,0-16,0-1,0 17,0-17,0 17,0 0,0 0,0 0,0 0,0 0,-1 0,1 0,-17 17,17-17,-17 17,17-17,-17 16,17 1,-17 0,0 0,0 0,0 0,0 0,-34 0,17 0</inkml:trace>
  <inkml:trace contextRef="#ctx0" brushRef="#br0" timeOffset="1919.6429">5301 356,'16'-17,"-16"0,17 17,0 0,-17 17,0 0,0-1,0 1,0 0,0 0,0 0,0 0,0 0,0 0,0 0,0 0,0 0,0 0,0 0,34-17</inkml:trace>
  <inkml:trace contextRef="#ctx0" brushRef="#br0" timeOffset="162.3887">4183 457,'0'0,"0"17,17-17,-17-17</inkml:trace>
  <inkml:trace contextRef="#ctx0" brushRef="#br0" timeOffset="6504.3099">7468 254,'-17'0,"17"-17,0 0,0 0,34 17,-34-17,17 17,-17-17,17 17,0 0,0 0,0 0,0 0,-1 0,1 0,0 0,0 17,0 0,0-17,-17 17,17 0,0 0,0 0,-17 0,17 0,-17 0,17 0,-17 0,-17-17,17-17,-17 17,17-17,0 0,-17 17,17-17,0 0,0 0,0 0,0 0,0 0,34 0,-34 0,17 0,-17 0,17 17,0-17,0 17</inkml:trace>
  <inkml:trace contextRef="#ctx0" brushRef="#br0" timeOffset="6914.0064">8044 237,'17'17,"0"-17,0 0,-1 0,1 0,0 0,0 0,0 0,0 0,0-17,0 17,0-17,-17 0,17 17,-17-17,0 0,0 0,-17 17,-17 0,17 0,0 0,0 0,0 17,0 0,0-17,1 17,-1 0,0 0,0 0,17 0,0 0,0 0,0 0,0 0,0 0,17-17,0 16,16-16,1 17,-17-17,0 0,0 0,17 0,-17 0,17 0,0-33,-17 33</inkml:trace>
  <inkml:trace contextRef="#ctx0" brushRef="#br0" timeOffset="7518.009">8535 186,'0'-17,"17"0,-51 17,17 0,17 17,-17-17,17 17,-17 0,17 0,0 0,-17 0,17 0,0 0,0 0,0 0,0 0,0 0,34-17,-34 16,17-16,17 17,-17-17,0 0,0 0,0 0,-1 0,1 0,0 0,-17-33,17 33,0-17,-17 0,17 17,-17-17,0 0,0 34,0 17,0-17,0-1,0 1,0 0,0 0,17-17,0 0,17-34,-17 34,0-17,0 17,-17-16,17 16,-17-17,17 0,-17 0,0 0,0 0,0 0,-17 17,-17 0,0 0,17 0,0 0,0 0,0 0,0 0,0 0,0 0,17 17</inkml:trace>
  <inkml:trace contextRef="#ctx0" brushRef="#br0" timeOffset="-6285.9568">-1845 847,'0'-17,"17"17,-17-17,0 51,0-17,0-1,17 1,-17 0,16 0,1-17,-17 17,17-17,0 0,0 0,0 0,0 0,0 0,0 0,0-17,0 17,0 0,0 0,0 0,0-17,-1 17,1-17,0 17,0-17,0 17,0 0,0 0,0 0,0-16,0 16,0 0,0 0,0 0,0 0,0 0,-1 16,1-16,0 0,-17 17,17-17,0 17,0-17,0 17,0-17,-17 17,17-17,0 0,-17 17,17-17,0 0,0 0,0 0,0 0,-1 0,-16-17,17 17,0 0,0 0,0-17,-17 0,17 17,0 0,0 0,-17-17,17 17,0 0,0 0,0 0,0 0,0 0,0 17,-1-17,1 0,0 0,0 0,0 0,0 0,0 0,0 0,0 0,0-17,0 17,0 0,0-17,0 17</inkml:trace>
  <inkml:trace contextRef="#ctx0" brushRef="#br0" timeOffset="4486.3576">7045 339,'0'0,"17"-17,-17 0,17 17,-17-17,0 0,-34 17,17 0,0 0,0 0,0 0,0 17,0-17,0 0,0 17,0-17,0 17,0 0,0-17,17 17,-16-17,16 16,-17 1,17 0,0 0,0 0,33-17,-16 0,17 0,-17 0,0 0,0-17,0 17,0-17,0 0,0 17,-17-33,17 33,-17-17,17 0,-17 0,17 17,-17-17,0 0,0 0,0 34,0 0,0 17,0-17,-17 0,17-1,0 18,0-17,-17 17,17-17,0 17,0 0,0 0,0 0,0-1,0-16,0 17,34 0,-34 0,0-17,17 17,-17 0,16-1,-16-16,0 0,17 17,-17-17,0 0,0 0,-33-17,16 0,17-17,-34 17,34-34,-17 34,0-17,0-17,17 17,-17 1,17-1,-17 0,17-17,0 17,0 0,0 0,0-17,0 17,34 0,-34 0,34 0,-17-16,17 16</inkml:trace>
  <inkml:trace contextRef="#ctx0" brushRef="#br0" timeOffset="7871.7019">8975 169,'17'-17,"-17"0,17 17,-17-17,17 17,0 0,0 0,0 0,0 0,-17 17,17-17,-17 17,16-17,1 17,-17 0,17 0,-17 0,17 0,0 0,-17 0,17 0,-17 0,17 0,-17-34,0-17,0 17,0 0,0 0,0 0,17 0,17 0,-17 0</inkml:trace>
  <inkml:trace contextRef="#ctx0" brushRef="#br0" timeOffset="8726.6544">9669 118,'-17'0,"0"0,-16 0,16 0,0 0,0 0,0 0,0 0,0 17,0-17,0 17,0-17,17 17,-17-17,17 17,-17-17,17 17,-17-17,17 17,-17-17,17 17,0 0,34 0,-17-17,17 0,-17 0,0 0,0 0,17 0,-17-17,0 17,0-17,0 17,-1-17,1 17,0-34,0 17,-17 0,17 0,0 0,-17 1,17-1,-17-17,17 17,-17 0,0-17,0 17,0 0,0 0,0 0,0 0,0 0,0 0,0 34,-17 0,17 17,0-17,0 0,0 0,0 17,0-17,0 0,0 0,0 17,0-18,0 1,0 0,0 0,0 0,17 0,-17 0,17 0,17 0,-17-17,0 0,0 0,0 0,16 0,-16 0,0 0,0-17,0 17,0 0,0-34,0 34,0-17,0 0,-17 0,17 0,-17 0,0 1,17-1,-17 0,0 0,0 0,0 0,0 0,0 0,0 0,0 0,-34 0,17 17,-17 17,17 17,0-17,0 0,17 0,0 0,0 0,0 0,0 0,0-1,17 1,0 0,17-17,-34 17,17-17,-17 17,0 0,0 0,-17 0,-17-17,17 17,0-17,0 17,-17-17,17 17,1-17,-18 17,17-17,-17 0</inkml:trace>
  <inkml:trace contextRef="#ctx0" brushRef="#br0" timeOffset="-13761.5732">-5063 830,'0'-17,"0"34,0 0,0 0,0-1,0 1,0 0,17 0,-17 0,17-17,-17 17,17-17,0 17,0-17,0 0,0 0,0 0,0 0,0 0,0 0,0 0,-1-17,1 17,17 0,-17-17,0 17,0-17,0 17,0-17,17 17,-17-17,0 17,0-17,0 17,-1 0,1-16,0 16,17 0,-17-17,0 17,0 0,0 0,0 0,-17-17,17 17,0 0,0 0,0 0,0 0,-1 0,18 0,-17 0,0 0,0 0,0 0,0 0,17 17,-17-17,0 0,0 33,0-33,-17 17,17-17,-1 17,1 0,0 0,0 0,0 0,0-17,-17 17,17-17,0 0,0 0,0 0,0 0,0 0,0 0,0-17,0 17,-1 0,-16-17,17 17,0 0,-17-17,17 17,0 0,0-17,0 17,0 0,0 0,17-17,-17 17,0 0,0 0,16 0,-16-17,0 17,0 0,0 0,17 0,-17 0,0 0,0 0,0 0,0 0,0 0,0 0,0 0,16 0,-16 0,0 17,0-17,17 0,-17 0,0 17,0-17,17 0,-17 0,0 0,0 0,16 17,-16-17,17 0,-17 0,0 17,17-17,-17 0,0 0,0 0,17 17,-17-17,-1 0,1 0,17 0,-17 17,0-17,17 0,-17 0,17 0,-17 0,0 0,17 0,-18 0,1 0,0 0,0 0,0 0,0-17,0 17,0 0,0 0,0-17,0 17,-17-17,17 17,-17-17,17 17,-17-17,0 0,17 17,0-17,-17 1</inkml:trace>
  <inkml:trace contextRef="#ctx0" brushRef="#br0" timeOffset="9048.457">8196 1084,'-17'0,"17"-17,-17 17,0 0,17 17,0 0,0 16,0-16,0 0,0 0,0 0,0 0,0 0,0 0,0 0,0 0,0 0,-17-17</inkml:trace>
  <inkml:trace contextRef="#ctx0" brushRef="#br0" timeOffset="9201.9205">8213 864,'0'0,"0"-17,0 0</inkml:trace>
  <inkml:trace contextRef="#ctx0" brushRef="#br0" timeOffset="9682.4493">8349 999,'0'17,"-17"0,17 0,-17 0,17 0,0 0,0 0,0-1,0 1,0 0,0 0,0 0,17 0,-17 0,17-17,-1-17,-16 0,0-17,17 34,-17-17,0 0,0 1,17 16,-17-17,0 0,17 17,-17-17,0 0,17 17,-17-17,17 0,0 0,0 0,0 0,0 17,0 0,0 0,0 0,0 0,0 0,-1 0,1 0,0 0,0 0,0 0,0 0,-17 17,17-17,-17 17,17-17,-17 17,0 0,0 0,0 0,0 0,-34 0,34 0,0-1,-17 1,17 0</inkml:trace>
  <inkml:trace contextRef="#ctx0" brushRef="#br0" timeOffset="10699.0398">9314 982,'0'-17,"17"17,-17-17,0 0,0 0,0 0,-34 17,17-17,0 17,0 0,0 0,0 0,0 0,0 34,0-17,0-17,0 17,1-17,-1 17,17 0,-17 0,0 0,17 0,0 0,-17-17,17 17,0 0,0 0,34-17,-17 0,-17 17,33-17,-16 0,0 0,0 0,0 0,0 0,0-34,0 34,0-17,-17-17,17 34,-17-17,0 0,0 0,0 0,-17 17,0 34,17-17,0 0,0 0,0 0,0 0,0 0,17 0,0-1,17 1,-17-17,0 0,0 0,-1 0,1 0,0 0,0 0,0-17,0 1,0 16,0-34,0 34,-17-17,17 0,-17-17,17 17,0 0,-17-17,0 17,17-17,-17 17,0 1,0-1,0 0,0 0,0 0,0 0,0 0,0 0,0 0,-17 17,17 17,-17-17,17 34,0-17,-17 0,17 0,0 0,0 0,0-1,0 18,0-17,0 0,0 0,0 17,0-17,17 0,-17 0,34-17,-34 17,17 0,0 0,-1-17,1 0,0 17,0-17,0 0,0 0,0 0,0 0,0 0,0-34,0 34,-17-17,17 17,0-17,0 17,-17-34,17 17,-1 0,-16 0,17 0,-17-17,0 17,17 0,-17-16,17 16,-17-17,17 17,-17-17,17 17,-17 0,17 0,-17 0,17 0,-17 0,0 0,0 51,-17-17,17 17,-34-17,34 0,-17 17,17-17,-17 17,17-17,0 16,0-16,0 17,0-17,0 0,0 0,0 0,0 0,17-17,-17 17,17-17,-17 17,34-17,-17 0,17 0,-17 0</inkml:trace>
  <inkml:trace contextRef="#ctx0" brushRef="#br0" timeOffset="11671.5289">9195 1592,'0'0,"0"-17,0 0,17 17,-17-17,0 0,17 0,-17 51,0-17,0 0,0 0,0 17,0-18,0 1,0 17,-17-17,17 0,0 17,0-17,0 0,0 0,0 0,0 0,0 0,0 0,0-1,0 1,17-17,0 0,0 0,-17-17,17 17</inkml:trace>
  <inkml:trace contextRef="#ctx0" brushRef="#br0" timeOffset="12521.8282">9263 1880,'0'0,"0"-17,-17 17,17-17,0 0,0 0,0 0,0 0,17 0,0 0,-17 0,34 17,-34-17,34 0,-17 17,-1-17,1 17,0 0,0-17,0 17,0 0,0 0,0 0,0 0,0 0,0 34,0-34,0 0,0 17,0-17,-1 0,1 0,0 17,-17 0,17-17,0 17,-17 0,17-17,-17 17,0 0,0 0,0 0,0 0,-17-17,0 0,0 0,17-17,0 0,34 17,-34-34,17 34,-17-17,17 17,-17-17,17 17,-17-17,17 17,0-17,0 0,0 17,0-17,0 0,0 17,-1-17,1 17,-17-17,17 17,0 0,0-16,0 16,0 0,0 0,0 0,-17 33,0-16,17-17,-17 17,0 0,0 0,0 0,0 0,0 0,0 0,0 0,0 0,0 0,0 0,0 0</inkml:trace>
  <inkml:trace contextRef="#ctx0" brushRef="#br0" timeOffset="11961.4248">9415 1541,'0'0,"0"-17,17 0,-17 0,0 0,17 0,-17 0,0 0,17 17,-17 17,0 17,0-17,0 0,0 0,0 0,0 0,0 0,-17 17,17-17,0 16,0-16,0 0,-17 17,17-17,0 0,0 17,0-17,-17 0,17 0,-17 0,17 0,0-1,-17-16</inkml:trace>
  <inkml:trace contextRef="#ctx0" brushRef="#br0" timeOffset="12667.7749">10076 1490,'0'0,"0"-17,0 0,0 0,17 17,0 0</inkml:trace>
  <inkml:trace contextRef="#ctx0" brushRef="#br0" timeOffset="13154.6018">10313 1388,'0'34,"-17"-17,17 0,0 0,-17 0,17 0,-17 17,17-17,0 0,0 17,-17-17,17 16,0 1,0-17,0 17,-17-17,17 17,0-17,0 0,0 0,0 0,-17 0,51-17,-34-34,17 34,-17-17,17 17,-17-17,17 0,0 0,-17 0,17 17,0-17,0 0,0 17,-17-17,16 17,1 0,0 0,-17-17,17 17,0 0,0 0,0 0,0 0,0 0,0 0,0 0,0 34,0-34,0 17,0-17,-1 17,-16 0,17 0,-17 0,0 0,0 0,-33 0,16-17,17 17,-34-17,17 0,0 16,0-16,0 0,0 0,0 0,0 0,-17 0,17 0,0 0,1-16,-18 16</inkml:trace>
  <inkml:trace contextRef="#ctx0" brushRef="#br0" timeOffset="11374.7829">8789 1913,'0'0,"17"-17,0 1,-17-1,17 0,-17 0,0 0,0 0,0 0,-17 17,17-17,-17 17,0 0,0 0,0 0,0 0,0 0,0 0,0 17,0-17,-17 0,17 34,1-34,-1 17,-17-17,17 17,0 0,0 0,17-1,-17-16,17 17,-17 0,17 0,0 0,0 0,34-17,0 0,-17 0,0 0,0 0,0 0,-1-17,18 17,-17-17,0 17,0-17,0 17,0-34,0 34,-17-16,17 16,0-17,0 0,-17 0,17 17,-17-17,0 34,0 0,0 0,17 0,-17-1,17 1,-17 0,16-17,-16 17,17-17,0 0,0 0,0 0,0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0:12.606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6994 2912,'0'-16,"0"-1,17 17,-17-17,0 0,17 17,-17-17,0 0,0 0,0 0,-34 17,17 0,0 0,0 0,0 0,0 0,0 34,0-34,0 17,0-17,1 17,-1 0,0 0,0-17,17 17,-17-1,17 1,0 0,0 0,0 0,0 0,17-17,17 0,-17 0,-1 0,1 0,-17-17,17 17,0 0,-17-17,17 17,-17-17,17 17,-17-17,17 17,-17-17,17 1,-17-1,17 17,-17 17,17-17,-17 33,17-16,-17 0,17-17,-17 17,17-17,-17 17,17-17,0 17,-1-17,1 0,0 0,0 0,0 0,0 0</inkml:trace>
  <inkml:trace contextRef="#ctx0" brushRef="#br0" timeOffset="288.4192">7383 2692,'0'34,"0"-17,0 17,0-17,0 0,0 0,0 0,0 0,0 0,0 0,0-1,0 1,0 0,0 0,0 0,17-17,-17 17,17-17,0 0,0 0</inkml:trace>
  <inkml:trace contextRef="#ctx0" brushRef="#br0" timeOffset="1793.8886">8450 2692,'0'17,"17"-17,0 0,-17-17,17 17,0-17,0 0,0 1,-17-1,17 17,-17-17,0 0,17 17,-17-17,0 0,0 0,17 0,-17 0,0 0,0 0,-34 17,17 0,0 0,0 0,0 0,0 0,0 0,17 17,-17-17,0 17,0-17,0 0,17 17,-17-17,0 17,1 0,-1 0,17 0,0 0,0 0,17-17,16 17,-16-17,0 16,0-16,0 0,0 17,0-17,0 17,0 0,0-17,0 0,0 17,0-17,0 17,-1-17,-16 17,17-17,-17 17,0 0,0 0,0 0,-17 0,-16-17,33 17,-17-17,0 0,-17 0,34 17,-17-17,0 0,0 0,0-34,0 34,17-17,-17 17,17-17,0 0,0 0,17 0,-17 0,34 0,-34 0,17 17,-17-17,17 17,0-17,0 0,0 17,0-16,0-1,0 17,-1 0,1-17,0 17,0 0,0-17,0 17,0 0,0 0,0-17,0 17,0 0,0 0,0 0,-17 17,-17-17,17 17,-17 0,17 0,-17-17,17 16,0 1,-17 0,17 0,-17-17,17 17,0 0,0 0,-17 0,17 0,0 0,34 0,-17-17,17 0,-17 0,0 0,0 0,-1-34,1 34,0 0,0-17,0 17,0-17,0-17,0 17,-17 0,0 0,17 17,-17-17,0 1,0-1,0 0,0 0,-34 17,34-17,-17 17,0 0,0 0,0-17,0 17,0 0,1 0,-1 0,0 34</inkml:trace>
  <inkml:trace contextRef="#ctx0" brushRef="#br0" timeOffset="2112.3057">9466 2574,'-17'17,"17"0,-17-17,17 17,-17 0,17-1,-17-16,17 17,-17 0,17 0,-16 0,-1 0,0 0,17 0,-17 0,0 17,0-17,0-17,17 34,-17-34,0 17,0-1,0 1,0 0,0 0,0-17,17-17</inkml:trace>
  <inkml:trace contextRef="#ctx0" brushRef="#br0" timeOffset="2234.2212">9195 2506,'0'0,"-17"0,17-17,-17 0</inkml:trace>
  <inkml:trace contextRef="#ctx0" brushRef="#br0" timeOffset="2392.9375">9720 2777,'0'0,"0"17,-34-17,17 0,0 0</inkml:trace>
  <inkml:trace contextRef="#ctx0" brushRef="#br0" timeOffset="4430.5547">9398 3776,'17'-17,"0"17,0 0,-17-17,17 17,-17 34,0-17,-34 17,34-17,-17 0,17 0,-17 0,0 0,1-1,-1 1,17 0,-17 17,0-17,0 0,0-17,17 17,-17 0,0 0,0 0,0 0,0-17,17-34</inkml:trace>
  <inkml:trace contextRef="#ctx0" brushRef="#br0" timeOffset="4558.6795">9229 3691,'0'0,"0"-17,0 1,0-1,-17 17,17-17</inkml:trace>
  <inkml:trace contextRef="#ctx0" brushRef="#br0" timeOffset="4720.2616">9720 3844,'0'0,"17"0,-34 0,0 0,17-17,-34 17,17 0</inkml:trace>
  <inkml:trace contextRef="#ctx0" brushRef="#br0" timeOffset="3099.8054">7197 3556,'-17'0,"17"17,0 17,0-17,0 0,0 0,0-1,0 18,0-17,0 17,0-17,-17 17,17-17,0 0,-17 17,17-17,0 0,0-1,-17 1,17 0,0 0,-17-17,17-34,0 17,0 1,17-1,-17 0,0 0,34 17,-34-17,17 0,0 0,-17 0,17 17,0 0,0 0,0 0,0 0,0 0,0 17,0-17,-17 17,16-17,-16 17,17-17,-17 17,17-17,-17 17,17 0,-17 0,0-1,-17 1,0-17,-16 17,16-17,-17 0,17 0,0 0,0 0,0 0,0 17,0-17,0 0,17-34</inkml:trace>
  <inkml:trace contextRef="#ctx0" brushRef="#br0" timeOffset="3379.8206">7705 3725,'17'0,"0"0,0 0,-17 17,17 0,-17 17,0-17,0 0,0 0,0 0,0 0,0 0,0 16,0-16,0 0,-17-17,17 17,0 0,0 0,-17 0,17 0,34-17,-34-34,17 34</inkml:trace>
  <inkml:trace contextRef="#ctx0" brushRef="#br0" timeOffset="4117.6862">8450 3725,'0'0,"-17"0,17-17,-17 17,17-17,0 0,34 17,-17 0,0 0,-17-16,34 16,-17 0,0 0,0 0,0 33,0-16,-17 0,0 0,0 0,0 0,0 0,-34 0,34 0,-17 0,17 0,-34 0,34 0,-17-17,17 17,-17-1,0 1,17 0,34-17,17 0,-34 0,17-34,-18 34,18 0,-17 0,17-16,-17 16,0 0,0 0,0 0,0-17,0 17,-34 17,17-1,-17 1,17 0,0 0,0 0,34-17,-34 17,17-17,17 0,-18 0,1 0,0 0,-17-34,17 34,0-17,0 17,-17-17,17 17,-17-17,0 1,0-1,0 0,-17 0,17 0,-17 17,17-17,-34 17,0 0,18-17,-1 17,0 0,0 0,0 0,0 0,0 0,0 0,0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1:02.590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237 152,'-17'0,"17"-17,-17 17,0 0,1 0,-1 0,17-17,-17 17,0 0,17-17,-17 17,0 0,17-17,-17 17,0 0,0 0,0 0,0 0,17-17,17 17,0 0,17 0,0 0,-17 0,0 0,0 0,0 0,16 0,-16 0,17 0,-17 0,17 0,0 0,-17 0,17 17,0-17,-18 0,18 0,0 0,0 17,0-17,0 0,-17 0,17 0,-1 17,1-17,0 0,0 0,0 0,0 0,0 0,0 0,-1 0,-16 0,17 0,0 0,0 0,0 0,0 0,16 0,-16 0,17 0,0 0,0 0,-17 0,16 0,1 0,17 0,-17 0,0 0,16 0,-16 0,0-17,17 17,-18 0,18 0,-17 0,17 0,-18 0,1 0,17 0,-17 0,0 0,16 0,-16-17,17 17,0 0,-18 0,18 0,-17 0,0 0,16 0,-16 0,0 0,0 0,0 0,-1 17,1-17,0 0,-17 0,17 17,0-17,-1 0,-16 17,17-17,0 0,0 0,-1 17,1-17,0 0,0 0,0 0,-1 0,1 0,0 0,0 0,-17 0,16 0,1 17,-17-17,17 0,0 0,-17 0,16 0,-16 0,17 0,0 0,-17 0,17 0,-1 0,-16 0,0 0,17 0,-17 0,17 0,-18 0,18-17,-17 17,17 0,0 0,-17 0,16-17,1 17,0 0,0 0,0 0,-18 0,18 0,0 0,0-17,0 17,-18 0,18 0,0 0,-17 0,17 0,0 0,-1 0,-16 0,17 0,-17 0,17 0,-1 0,-16 0,17 0,0 0,-17 0,17 0,-1 0,1 0,0 0,-17 0,17 0,-1 0,-16-17,17 17,-17 0,17 0,-17-17,16 17,-16 0,0 0,17 0,-17 0,0 0,0 0,16-17,-16 17,0 0,0 0,17 0,-17 0,0 0,-1 0,18-16,-17 16,0 0,17 0,-17 0,-1 0,18 0,-17-17,0 17,0 0,0 0,0 0,-1 0,1-17,-17 17,17 0,-17 0,17 0,-17 0,0 0,0 0,0 0,0 0,-51 0,34-17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6-01-20T06:51:11.194"/>
    </inkml:context>
    <inkml:brush xml:id="br0">
      <inkml:brushProperty name="width" value="0.05833" units="cm"/>
      <inkml:brushProperty name="height" value="0.05833" units="cm"/>
      <inkml:brushProperty name="color" value="#808080"/>
      <inkml:brushProperty name="fitToCurve" value="1"/>
    </inkml:brush>
  </inkml:definitions>
  <inkml:trace contextRef="#ctx0" brushRef="#br0">323 51,'17'0,"-17"-17,0 34,0 0,0 0,-17-17,17 34,0-17,-17-17,17 17,0 0,0 0,-17 0,0 0,17-1,-17 1,17 0,-17 0,17 0,0 0,-17 0,17 0,0 0,0 0,0 0,0 0,0 0,0 0,0 0,17-17,-17 16,17-16,-17 17,34-17,-17 0,0 0,0 0,17 17,-18-17,18 0,0 0,-17 0,17 0,0 0,0 0,0 0,-1 0,-16 0,34 0,-17 0,0 0,-17-17,17 17,0 0,-17 0,16-17,-16 17,0 0,0 0,0 0,0-16,0 16,-17-17,17 17,-17-17,0 0</inkml:trace>
  <inkml:trace contextRef="#ctx0" brushRef="#br0" timeOffset="275.6349">1017 288,'0'0,"0"-17,17 17,0 0,0 0,0 34,0-34,-17 17,0 0,0 0,0 0,0 0,0 0,-17 0,17 0,-17 0,17 0,-34-1,17 1,0 0,0-17,0 17,0-17,0 0,0 0,0 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6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6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4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0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0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5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8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12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95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EB7E-4CDE-4B89-8082-1F6EB7188D5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BBA6A-B286-4535-851E-0BFA16DE7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kIKg5s_jDA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pt.stat.lsa.umich.edu/~jerrick/courses/stat701/notes/mi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9.emf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26.emf"/><Relationship Id="rId18" Type="http://schemas.openxmlformats.org/officeDocument/2006/relationships/customXml" Target="../ink/ink12.xml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12" Type="http://schemas.openxmlformats.org/officeDocument/2006/relationships/customXml" Target="../ink/ink9.xml"/><Relationship Id="rId17" Type="http://schemas.openxmlformats.org/officeDocument/2006/relationships/image" Target="../media/image28.emf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10" Type="http://schemas.openxmlformats.org/officeDocument/2006/relationships/customXml" Target="../ink/ink8.xml"/><Relationship Id="rId19" Type="http://schemas.openxmlformats.org/officeDocument/2006/relationships/image" Target="../media/image29.emf"/><Relationship Id="rId4" Type="http://schemas.openxmlformats.org/officeDocument/2006/relationships/customXml" Target="../ink/ink5.xml"/><Relationship Id="rId9" Type="http://schemas.openxmlformats.org/officeDocument/2006/relationships/image" Target="../media/image24.emf"/><Relationship Id="rId14" Type="http://schemas.openxmlformats.org/officeDocument/2006/relationships/customXml" Target="../ink/ink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103.emf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9" Type="http://schemas.openxmlformats.org/officeDocument/2006/relationships/image" Target="../media/image116.emf"/><Relationship Id="rId3" Type="http://schemas.openxmlformats.org/officeDocument/2006/relationships/image" Target="../media/image98.emf"/><Relationship Id="rId21" Type="http://schemas.openxmlformats.org/officeDocument/2006/relationships/image" Target="../media/image107.emf"/><Relationship Id="rId34" Type="http://schemas.openxmlformats.org/officeDocument/2006/relationships/customXml" Target="../ink/ink29.xml"/><Relationship Id="rId7" Type="http://schemas.openxmlformats.org/officeDocument/2006/relationships/image" Target="../media/image100.emf"/><Relationship Id="rId12" Type="http://schemas.openxmlformats.org/officeDocument/2006/relationships/customXml" Target="../ink/ink18.xml"/><Relationship Id="rId17" Type="http://schemas.openxmlformats.org/officeDocument/2006/relationships/image" Target="../media/image105.emf"/><Relationship Id="rId25" Type="http://schemas.openxmlformats.org/officeDocument/2006/relationships/image" Target="../media/image109.emf"/><Relationship Id="rId33" Type="http://schemas.openxmlformats.org/officeDocument/2006/relationships/image" Target="../media/image113.emf"/><Relationship Id="rId38" Type="http://schemas.openxmlformats.org/officeDocument/2006/relationships/customXml" Target="../ink/ink31.xml"/><Relationship Id="rId2" Type="http://schemas.openxmlformats.org/officeDocument/2006/relationships/customXml" Target="../ink/ink13.xml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29" Type="http://schemas.openxmlformats.org/officeDocument/2006/relationships/image" Target="../media/image111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102.emf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37" Type="http://schemas.openxmlformats.org/officeDocument/2006/relationships/image" Target="../media/image115.emf"/><Relationship Id="rId5" Type="http://schemas.openxmlformats.org/officeDocument/2006/relationships/image" Target="../media/image99.emf"/><Relationship Id="rId15" Type="http://schemas.openxmlformats.org/officeDocument/2006/relationships/image" Target="../media/image104.emf"/><Relationship Id="rId23" Type="http://schemas.openxmlformats.org/officeDocument/2006/relationships/image" Target="../media/image108.emf"/><Relationship Id="rId28" Type="http://schemas.openxmlformats.org/officeDocument/2006/relationships/customXml" Target="../ink/ink26.xml"/><Relationship Id="rId36" Type="http://schemas.openxmlformats.org/officeDocument/2006/relationships/customXml" Target="../ink/ink30.xml"/><Relationship Id="rId10" Type="http://schemas.openxmlformats.org/officeDocument/2006/relationships/customXml" Target="../ink/ink17.xml"/><Relationship Id="rId19" Type="http://schemas.openxmlformats.org/officeDocument/2006/relationships/image" Target="../media/image106.emf"/><Relationship Id="rId31" Type="http://schemas.openxmlformats.org/officeDocument/2006/relationships/image" Target="../media/image112.emf"/><Relationship Id="rId4" Type="http://schemas.openxmlformats.org/officeDocument/2006/relationships/customXml" Target="../ink/ink14.xml"/><Relationship Id="rId9" Type="http://schemas.openxmlformats.org/officeDocument/2006/relationships/image" Target="../media/image101.emf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110.emf"/><Relationship Id="rId30" Type="http://schemas.openxmlformats.org/officeDocument/2006/relationships/customXml" Target="../ink/ink27.xml"/><Relationship Id="rId35" Type="http://schemas.openxmlformats.org/officeDocument/2006/relationships/image" Target="../media/image114.emf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emf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9" Type="http://schemas.openxmlformats.org/officeDocument/2006/relationships/image" Target="../media/image135.emf"/><Relationship Id="rId3" Type="http://schemas.openxmlformats.org/officeDocument/2006/relationships/image" Target="../media/image117.emf"/><Relationship Id="rId21" Type="http://schemas.openxmlformats.org/officeDocument/2006/relationships/image" Target="../media/image126.emf"/><Relationship Id="rId34" Type="http://schemas.openxmlformats.org/officeDocument/2006/relationships/customXml" Target="../ink/ink48.xml"/><Relationship Id="rId42" Type="http://schemas.openxmlformats.org/officeDocument/2006/relationships/customXml" Target="../ink/ink52.xml"/><Relationship Id="rId47" Type="http://schemas.openxmlformats.org/officeDocument/2006/relationships/image" Target="../media/image139.emf"/><Relationship Id="rId50" Type="http://schemas.openxmlformats.org/officeDocument/2006/relationships/customXml" Target="../ink/ink56.xml"/><Relationship Id="rId7" Type="http://schemas.openxmlformats.org/officeDocument/2006/relationships/image" Target="../media/image119.emf"/><Relationship Id="rId12" Type="http://schemas.openxmlformats.org/officeDocument/2006/relationships/customXml" Target="../ink/ink37.xml"/><Relationship Id="rId17" Type="http://schemas.openxmlformats.org/officeDocument/2006/relationships/image" Target="../media/image124.emf"/><Relationship Id="rId25" Type="http://schemas.openxmlformats.org/officeDocument/2006/relationships/image" Target="../media/image128.emf"/><Relationship Id="rId33" Type="http://schemas.openxmlformats.org/officeDocument/2006/relationships/image" Target="../media/image132.emf"/><Relationship Id="rId38" Type="http://schemas.openxmlformats.org/officeDocument/2006/relationships/customXml" Target="../ink/ink50.xml"/><Relationship Id="rId46" Type="http://schemas.openxmlformats.org/officeDocument/2006/relationships/customXml" Target="../ink/ink54.xml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image" Target="../media/image130.emf"/><Relationship Id="rId41" Type="http://schemas.openxmlformats.org/officeDocument/2006/relationships/image" Target="../media/image136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121.emf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134.emf"/><Relationship Id="rId40" Type="http://schemas.openxmlformats.org/officeDocument/2006/relationships/customXml" Target="../ink/ink51.xml"/><Relationship Id="rId45" Type="http://schemas.openxmlformats.org/officeDocument/2006/relationships/image" Target="../media/image138.emf"/><Relationship Id="rId53" Type="http://schemas.openxmlformats.org/officeDocument/2006/relationships/image" Target="../media/image142.emf"/><Relationship Id="rId5" Type="http://schemas.openxmlformats.org/officeDocument/2006/relationships/image" Target="../media/image118.emf"/><Relationship Id="rId15" Type="http://schemas.openxmlformats.org/officeDocument/2006/relationships/image" Target="../media/image123.emf"/><Relationship Id="rId23" Type="http://schemas.openxmlformats.org/officeDocument/2006/relationships/image" Target="../media/image127.emf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49" Type="http://schemas.openxmlformats.org/officeDocument/2006/relationships/image" Target="../media/image140.emf"/><Relationship Id="rId10" Type="http://schemas.openxmlformats.org/officeDocument/2006/relationships/customXml" Target="../ink/ink36.xml"/><Relationship Id="rId19" Type="http://schemas.openxmlformats.org/officeDocument/2006/relationships/image" Target="../media/image125.emf"/><Relationship Id="rId31" Type="http://schemas.openxmlformats.org/officeDocument/2006/relationships/image" Target="../media/image131.emf"/><Relationship Id="rId44" Type="http://schemas.openxmlformats.org/officeDocument/2006/relationships/customXml" Target="../ink/ink53.xml"/><Relationship Id="rId52" Type="http://schemas.openxmlformats.org/officeDocument/2006/relationships/customXml" Target="../ink/ink57.xml"/><Relationship Id="rId4" Type="http://schemas.openxmlformats.org/officeDocument/2006/relationships/customXml" Target="../ink/ink33.xml"/><Relationship Id="rId9" Type="http://schemas.openxmlformats.org/officeDocument/2006/relationships/image" Target="../media/image120.emf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129.emf"/><Relationship Id="rId30" Type="http://schemas.openxmlformats.org/officeDocument/2006/relationships/customXml" Target="../ink/ink46.xml"/><Relationship Id="rId35" Type="http://schemas.openxmlformats.org/officeDocument/2006/relationships/image" Target="../media/image133.emf"/><Relationship Id="rId43" Type="http://schemas.openxmlformats.org/officeDocument/2006/relationships/image" Target="../media/image137.emf"/><Relationship Id="rId48" Type="http://schemas.openxmlformats.org/officeDocument/2006/relationships/customXml" Target="../ink/ink55.xml"/><Relationship Id="rId8" Type="http://schemas.openxmlformats.org/officeDocument/2006/relationships/customXml" Target="../ink/ink35.xml"/><Relationship Id="rId51" Type="http://schemas.openxmlformats.org/officeDocument/2006/relationships/image" Target="../media/image141.emf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emf"/><Relationship Id="rId18" Type="http://schemas.openxmlformats.org/officeDocument/2006/relationships/customXml" Target="../ink/ink66.xml"/><Relationship Id="rId26" Type="http://schemas.openxmlformats.org/officeDocument/2006/relationships/customXml" Target="../ink/ink70.xml"/><Relationship Id="rId39" Type="http://schemas.openxmlformats.org/officeDocument/2006/relationships/image" Target="../media/image161.emf"/><Relationship Id="rId21" Type="http://schemas.openxmlformats.org/officeDocument/2006/relationships/image" Target="../media/image152.emf"/><Relationship Id="rId34" Type="http://schemas.openxmlformats.org/officeDocument/2006/relationships/customXml" Target="../ink/ink74.xml"/><Relationship Id="rId42" Type="http://schemas.openxmlformats.org/officeDocument/2006/relationships/customXml" Target="../ink/ink78.xml"/><Relationship Id="rId47" Type="http://schemas.openxmlformats.org/officeDocument/2006/relationships/image" Target="../media/image165.emf"/><Relationship Id="rId50" Type="http://schemas.openxmlformats.org/officeDocument/2006/relationships/customXml" Target="../ink/ink82.xml"/><Relationship Id="rId55" Type="http://schemas.openxmlformats.org/officeDocument/2006/relationships/image" Target="../media/image169.emf"/><Relationship Id="rId63" Type="http://schemas.openxmlformats.org/officeDocument/2006/relationships/image" Target="../media/image173.emf"/><Relationship Id="rId7" Type="http://schemas.openxmlformats.org/officeDocument/2006/relationships/image" Target="../media/image145.emf"/><Relationship Id="rId2" Type="http://schemas.openxmlformats.org/officeDocument/2006/relationships/customXml" Target="../ink/ink58.xml"/><Relationship Id="rId16" Type="http://schemas.openxmlformats.org/officeDocument/2006/relationships/customXml" Target="../ink/ink65.xml"/><Relationship Id="rId20" Type="http://schemas.openxmlformats.org/officeDocument/2006/relationships/customXml" Target="../ink/ink67.xml"/><Relationship Id="rId29" Type="http://schemas.openxmlformats.org/officeDocument/2006/relationships/image" Target="../media/image156.emf"/><Relationship Id="rId41" Type="http://schemas.openxmlformats.org/officeDocument/2006/relationships/image" Target="../media/image162.emf"/><Relationship Id="rId54" Type="http://schemas.openxmlformats.org/officeDocument/2006/relationships/customXml" Target="../ink/ink84.xml"/><Relationship Id="rId62" Type="http://schemas.openxmlformats.org/officeDocument/2006/relationships/customXml" Target="../ink/ink8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11" Type="http://schemas.openxmlformats.org/officeDocument/2006/relationships/image" Target="../media/image147.emf"/><Relationship Id="rId24" Type="http://schemas.openxmlformats.org/officeDocument/2006/relationships/customXml" Target="../ink/ink69.xml"/><Relationship Id="rId32" Type="http://schemas.openxmlformats.org/officeDocument/2006/relationships/customXml" Target="../ink/ink73.xml"/><Relationship Id="rId37" Type="http://schemas.openxmlformats.org/officeDocument/2006/relationships/image" Target="../media/image160.emf"/><Relationship Id="rId40" Type="http://schemas.openxmlformats.org/officeDocument/2006/relationships/customXml" Target="../ink/ink77.xml"/><Relationship Id="rId45" Type="http://schemas.openxmlformats.org/officeDocument/2006/relationships/image" Target="../media/image164.emf"/><Relationship Id="rId53" Type="http://schemas.openxmlformats.org/officeDocument/2006/relationships/image" Target="../media/image168.emf"/><Relationship Id="rId58" Type="http://schemas.openxmlformats.org/officeDocument/2006/relationships/customXml" Target="../ink/ink86.xml"/><Relationship Id="rId5" Type="http://schemas.openxmlformats.org/officeDocument/2006/relationships/image" Target="../media/image144.emf"/><Relationship Id="rId15" Type="http://schemas.openxmlformats.org/officeDocument/2006/relationships/image" Target="../media/image149.emf"/><Relationship Id="rId23" Type="http://schemas.openxmlformats.org/officeDocument/2006/relationships/image" Target="../media/image153.emf"/><Relationship Id="rId28" Type="http://schemas.openxmlformats.org/officeDocument/2006/relationships/customXml" Target="../ink/ink71.xml"/><Relationship Id="rId36" Type="http://schemas.openxmlformats.org/officeDocument/2006/relationships/customXml" Target="../ink/ink75.xml"/><Relationship Id="rId49" Type="http://schemas.openxmlformats.org/officeDocument/2006/relationships/image" Target="../media/image166.emf"/><Relationship Id="rId57" Type="http://schemas.openxmlformats.org/officeDocument/2006/relationships/image" Target="../media/image170.emf"/><Relationship Id="rId61" Type="http://schemas.openxmlformats.org/officeDocument/2006/relationships/image" Target="../media/image172.emf"/><Relationship Id="rId10" Type="http://schemas.openxmlformats.org/officeDocument/2006/relationships/customXml" Target="../ink/ink62.xml"/><Relationship Id="rId19" Type="http://schemas.openxmlformats.org/officeDocument/2006/relationships/image" Target="../media/image151.emf"/><Relationship Id="rId31" Type="http://schemas.openxmlformats.org/officeDocument/2006/relationships/image" Target="../media/image157.emf"/><Relationship Id="rId44" Type="http://schemas.openxmlformats.org/officeDocument/2006/relationships/customXml" Target="../ink/ink79.xml"/><Relationship Id="rId52" Type="http://schemas.openxmlformats.org/officeDocument/2006/relationships/customXml" Target="../ink/ink83.xml"/><Relationship Id="rId60" Type="http://schemas.openxmlformats.org/officeDocument/2006/relationships/customXml" Target="../ink/ink87.xml"/><Relationship Id="rId4" Type="http://schemas.openxmlformats.org/officeDocument/2006/relationships/customXml" Target="../ink/ink59.xml"/><Relationship Id="rId9" Type="http://schemas.openxmlformats.org/officeDocument/2006/relationships/image" Target="../media/image146.emf"/><Relationship Id="rId14" Type="http://schemas.openxmlformats.org/officeDocument/2006/relationships/customXml" Target="../ink/ink64.xml"/><Relationship Id="rId22" Type="http://schemas.openxmlformats.org/officeDocument/2006/relationships/customXml" Target="../ink/ink68.xml"/><Relationship Id="rId27" Type="http://schemas.openxmlformats.org/officeDocument/2006/relationships/image" Target="../media/image155.emf"/><Relationship Id="rId30" Type="http://schemas.openxmlformats.org/officeDocument/2006/relationships/customXml" Target="../ink/ink72.xml"/><Relationship Id="rId35" Type="http://schemas.openxmlformats.org/officeDocument/2006/relationships/image" Target="../media/image159.emf"/><Relationship Id="rId43" Type="http://schemas.openxmlformats.org/officeDocument/2006/relationships/image" Target="../media/image163.emf"/><Relationship Id="rId48" Type="http://schemas.openxmlformats.org/officeDocument/2006/relationships/customXml" Target="../ink/ink81.xml"/><Relationship Id="rId56" Type="http://schemas.openxmlformats.org/officeDocument/2006/relationships/customXml" Target="../ink/ink85.xml"/><Relationship Id="rId8" Type="http://schemas.openxmlformats.org/officeDocument/2006/relationships/customXml" Target="../ink/ink61.xml"/><Relationship Id="rId51" Type="http://schemas.openxmlformats.org/officeDocument/2006/relationships/image" Target="../media/image167.emf"/><Relationship Id="rId3" Type="http://schemas.openxmlformats.org/officeDocument/2006/relationships/image" Target="../media/image143.emf"/><Relationship Id="rId12" Type="http://schemas.openxmlformats.org/officeDocument/2006/relationships/customXml" Target="../ink/ink63.xml"/><Relationship Id="rId17" Type="http://schemas.openxmlformats.org/officeDocument/2006/relationships/image" Target="../media/image150.emf"/><Relationship Id="rId25" Type="http://schemas.openxmlformats.org/officeDocument/2006/relationships/image" Target="../media/image154.emf"/><Relationship Id="rId33" Type="http://schemas.openxmlformats.org/officeDocument/2006/relationships/image" Target="../media/image158.emf"/><Relationship Id="rId38" Type="http://schemas.openxmlformats.org/officeDocument/2006/relationships/customXml" Target="../ink/ink76.xml"/><Relationship Id="rId46" Type="http://schemas.openxmlformats.org/officeDocument/2006/relationships/customXml" Target="../ink/ink80.xml"/><Relationship Id="rId59" Type="http://schemas.openxmlformats.org/officeDocument/2006/relationships/image" Target="../media/image171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2.xml"/><Relationship Id="rId13" Type="http://schemas.openxmlformats.org/officeDocument/2006/relationships/image" Target="../media/image179.emf"/><Relationship Id="rId18" Type="http://schemas.openxmlformats.org/officeDocument/2006/relationships/customXml" Target="../ink/ink97.xml"/><Relationship Id="rId26" Type="http://schemas.openxmlformats.org/officeDocument/2006/relationships/customXml" Target="../ink/ink101.xml"/><Relationship Id="rId39" Type="http://schemas.openxmlformats.org/officeDocument/2006/relationships/image" Target="../media/image192.emf"/><Relationship Id="rId3" Type="http://schemas.openxmlformats.org/officeDocument/2006/relationships/image" Target="../media/image174.emf"/><Relationship Id="rId21" Type="http://schemas.openxmlformats.org/officeDocument/2006/relationships/image" Target="../media/image183.emf"/><Relationship Id="rId34" Type="http://schemas.openxmlformats.org/officeDocument/2006/relationships/customXml" Target="../ink/ink105.xml"/><Relationship Id="rId42" Type="http://schemas.openxmlformats.org/officeDocument/2006/relationships/customXml" Target="../ink/ink109.xml"/><Relationship Id="rId7" Type="http://schemas.openxmlformats.org/officeDocument/2006/relationships/image" Target="../media/image176.emf"/><Relationship Id="rId12" Type="http://schemas.openxmlformats.org/officeDocument/2006/relationships/customXml" Target="../ink/ink94.xml"/><Relationship Id="rId17" Type="http://schemas.openxmlformats.org/officeDocument/2006/relationships/image" Target="../media/image181.emf"/><Relationship Id="rId25" Type="http://schemas.openxmlformats.org/officeDocument/2006/relationships/image" Target="../media/image185.emf"/><Relationship Id="rId33" Type="http://schemas.openxmlformats.org/officeDocument/2006/relationships/image" Target="../media/image189.emf"/><Relationship Id="rId38" Type="http://schemas.openxmlformats.org/officeDocument/2006/relationships/customXml" Target="../ink/ink107.xml"/><Relationship Id="rId2" Type="http://schemas.openxmlformats.org/officeDocument/2006/relationships/customXml" Target="../ink/ink89.xml"/><Relationship Id="rId16" Type="http://schemas.openxmlformats.org/officeDocument/2006/relationships/customXml" Target="../ink/ink96.xml"/><Relationship Id="rId20" Type="http://schemas.openxmlformats.org/officeDocument/2006/relationships/customXml" Target="../ink/ink98.xml"/><Relationship Id="rId29" Type="http://schemas.openxmlformats.org/officeDocument/2006/relationships/image" Target="../media/image187.emf"/><Relationship Id="rId41" Type="http://schemas.openxmlformats.org/officeDocument/2006/relationships/image" Target="../media/image193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11" Type="http://schemas.openxmlformats.org/officeDocument/2006/relationships/image" Target="../media/image178.emf"/><Relationship Id="rId24" Type="http://schemas.openxmlformats.org/officeDocument/2006/relationships/customXml" Target="../ink/ink100.xml"/><Relationship Id="rId32" Type="http://schemas.openxmlformats.org/officeDocument/2006/relationships/customXml" Target="../ink/ink104.xml"/><Relationship Id="rId37" Type="http://schemas.openxmlformats.org/officeDocument/2006/relationships/image" Target="../media/image191.emf"/><Relationship Id="rId40" Type="http://schemas.openxmlformats.org/officeDocument/2006/relationships/customXml" Target="../ink/ink108.xml"/><Relationship Id="rId45" Type="http://schemas.openxmlformats.org/officeDocument/2006/relationships/image" Target="../media/image195.emf"/><Relationship Id="rId5" Type="http://schemas.openxmlformats.org/officeDocument/2006/relationships/image" Target="../media/image175.emf"/><Relationship Id="rId15" Type="http://schemas.openxmlformats.org/officeDocument/2006/relationships/image" Target="../media/image180.emf"/><Relationship Id="rId23" Type="http://schemas.openxmlformats.org/officeDocument/2006/relationships/image" Target="../media/image184.emf"/><Relationship Id="rId28" Type="http://schemas.openxmlformats.org/officeDocument/2006/relationships/customXml" Target="../ink/ink102.xml"/><Relationship Id="rId36" Type="http://schemas.openxmlformats.org/officeDocument/2006/relationships/customXml" Target="../ink/ink106.xml"/><Relationship Id="rId10" Type="http://schemas.openxmlformats.org/officeDocument/2006/relationships/customXml" Target="../ink/ink93.xml"/><Relationship Id="rId19" Type="http://schemas.openxmlformats.org/officeDocument/2006/relationships/image" Target="../media/image182.emf"/><Relationship Id="rId31" Type="http://schemas.openxmlformats.org/officeDocument/2006/relationships/image" Target="../media/image188.emf"/><Relationship Id="rId44" Type="http://schemas.openxmlformats.org/officeDocument/2006/relationships/customXml" Target="../ink/ink110.xml"/><Relationship Id="rId4" Type="http://schemas.openxmlformats.org/officeDocument/2006/relationships/customXml" Target="../ink/ink90.xml"/><Relationship Id="rId9" Type="http://schemas.openxmlformats.org/officeDocument/2006/relationships/image" Target="../media/image177.emf"/><Relationship Id="rId14" Type="http://schemas.openxmlformats.org/officeDocument/2006/relationships/customXml" Target="../ink/ink95.xml"/><Relationship Id="rId22" Type="http://schemas.openxmlformats.org/officeDocument/2006/relationships/customXml" Target="../ink/ink99.xml"/><Relationship Id="rId27" Type="http://schemas.openxmlformats.org/officeDocument/2006/relationships/image" Target="../media/image186.emf"/><Relationship Id="rId30" Type="http://schemas.openxmlformats.org/officeDocument/2006/relationships/customXml" Target="../ink/ink103.xml"/><Relationship Id="rId35" Type="http://schemas.openxmlformats.org/officeDocument/2006/relationships/image" Target="../media/image190.emf"/><Relationship Id="rId43" Type="http://schemas.openxmlformats.org/officeDocument/2006/relationships/image" Target="../media/image194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17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Handling Missing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Nanair</a:t>
            </a:r>
            <a:r>
              <a:rPr lang="en-US" dirty="0" smtClean="0"/>
              <a:t> –</a:t>
            </a:r>
            <a:r>
              <a:rPr lang="en-US" dirty="0" err="1" smtClean="0"/>
              <a:t>visualisation</a:t>
            </a:r>
            <a:endParaRPr lang="en-US" dirty="0" smtClean="0"/>
          </a:p>
          <a:p>
            <a:r>
              <a:rPr lang="en-US" dirty="0" err="1" smtClean="0"/>
              <a:t>gtExtras</a:t>
            </a:r>
            <a:r>
              <a:rPr lang="en-US" dirty="0" smtClean="0"/>
              <a:t> –create beautiful tables</a:t>
            </a:r>
          </a:p>
          <a:p>
            <a:r>
              <a:rPr lang="en-US" dirty="0">
                <a:hlinkClick r:id="rId2"/>
              </a:rPr>
              <a:t>(2068) Handling Missing Data and Missing Values in R Programming | NA Values, Imputation, </a:t>
            </a:r>
            <a:r>
              <a:rPr lang="en-US" dirty="0" err="1">
                <a:hlinkClick r:id="rId2"/>
              </a:rPr>
              <a:t>naniar</a:t>
            </a:r>
            <a:r>
              <a:rPr lang="en-US" dirty="0">
                <a:hlinkClick r:id="rId2"/>
              </a:rPr>
              <a:t> Package - YouTube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30099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" y="2219325"/>
            <a:ext cx="306705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312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7848600" cy="762000"/>
          </a:xfrm>
        </p:spPr>
        <p:txBody>
          <a:bodyPr/>
          <a:lstStyle/>
          <a:p>
            <a:r>
              <a:rPr lang="en-US" dirty="0" smtClean="0"/>
              <a:t>To get this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5955"/>
            <a:ext cx="3530935" cy="3258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789331"/>
            <a:ext cx="5593080" cy="153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86200" y="1143000"/>
            <a:ext cx="3772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N_miss</a:t>
            </a:r>
            <a:r>
              <a:rPr lang="en-US" dirty="0" smtClean="0"/>
              <a:t> –no of missing values</a:t>
            </a:r>
          </a:p>
          <a:p>
            <a:r>
              <a:rPr lang="en-US" dirty="0" err="1" smtClean="0"/>
              <a:t>Pct_miss</a:t>
            </a:r>
            <a:r>
              <a:rPr lang="en-US" dirty="0" smtClean="0"/>
              <a:t>-percentage of missing values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580" y="3327305"/>
            <a:ext cx="5757367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507" y="4724400"/>
            <a:ext cx="763111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62000" y="5834777"/>
            <a:ext cx="784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Vis_miss</a:t>
            </a:r>
            <a:r>
              <a:rPr lang="en-US" dirty="0" smtClean="0"/>
              <a:t> tells where the missing values are located in each variable in your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 get the birds eye view of the missing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913" y="1636713"/>
            <a:ext cx="9269413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16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312738"/>
            <a:ext cx="6326187" cy="601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338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To check if the missing values in one variable is </a:t>
            </a:r>
            <a:r>
              <a:rPr lang="en-US" sz="2000" dirty="0" err="1" smtClean="0"/>
              <a:t>realted</a:t>
            </a:r>
            <a:r>
              <a:rPr lang="en-US" sz="2000" dirty="0" smtClean="0"/>
              <a:t> to missing values in other variables – checking is </a:t>
            </a:r>
            <a:r>
              <a:rPr lang="en-US" sz="2000" dirty="0" err="1" smtClean="0"/>
              <a:t>missingness</a:t>
            </a:r>
            <a:r>
              <a:rPr lang="en-US" sz="2000" dirty="0" smtClean="0"/>
              <a:t> is random or not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 missing </a:t>
            </a:r>
            <a:r>
              <a:rPr lang="en-US" dirty="0"/>
              <a:t>v</a:t>
            </a:r>
            <a:r>
              <a:rPr lang="en-US" dirty="0" smtClean="0"/>
              <a:t>alues in ozone is related to wind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4114800" cy="4221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328228"/>
            <a:ext cx="20097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656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Checking the relationship with other variables for missing and non-missing values" represents an Exploratory Data Analysis (EDA) step to determine </a:t>
            </a:r>
            <a:r>
              <a:rPr lang="en-US" b="1" dirty="0"/>
              <a:t>if the absence of data (NA) is systematic or random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helps identify if </a:t>
            </a:r>
            <a:r>
              <a:rPr lang="en-US" dirty="0" err="1"/>
              <a:t>missingness</a:t>
            </a:r>
            <a:r>
              <a:rPr lang="en-US" dirty="0"/>
              <a:t> is related to other variables, which dictates whether data is </a:t>
            </a:r>
            <a:r>
              <a:rPr lang="en-US" b="1" dirty="0"/>
              <a:t>Missing Completely at Random (MCAR)</a:t>
            </a:r>
            <a:r>
              <a:rPr lang="en-US" dirty="0"/>
              <a:t>, </a:t>
            </a:r>
            <a:r>
              <a:rPr lang="en-US" b="1" dirty="0"/>
              <a:t>Missing at Random (MAR)</a:t>
            </a:r>
            <a:r>
              <a:rPr lang="en-US" dirty="0"/>
              <a:t>, or </a:t>
            </a:r>
            <a:r>
              <a:rPr lang="en-US" b="1" dirty="0"/>
              <a:t>Missing Not at Random (MNAR)</a:t>
            </a:r>
            <a:r>
              <a:rPr lang="en-US" dirty="0"/>
              <a:t>. </a:t>
            </a:r>
          </a:p>
          <a:p>
            <a:r>
              <a:rPr lang="en-US" dirty="0"/>
              <a:t>In R, this is done by creating indicator variables (1 for missing, 0 for observed) and comparing them against other features. 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869363" cy="427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30097"/>
            <a:ext cx="8945563" cy="1675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800600" y="177284"/>
            <a:ext cx="2071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Multiple Imputation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9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What This Process Represents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MAR/MNAR </a:t>
            </a:r>
            <a:r>
              <a:rPr lang="en-US" b="1" dirty="0"/>
              <a:t>Diagnosis:</a:t>
            </a:r>
            <a:r>
              <a:rPr lang="en-US" dirty="0"/>
              <a:t> It determines if a variable (e.g., 'Salary') is missing more frequently when another variable (e.g., 'Gender' or 'Age') has certain values.</a:t>
            </a:r>
          </a:p>
          <a:p>
            <a:r>
              <a:rPr lang="en-US" b="1" dirty="0"/>
              <a:t>Data Cleaning Strategy:</a:t>
            </a:r>
            <a:r>
              <a:rPr lang="en-US" dirty="0"/>
              <a:t> It tells you if you can safely remove rows (MCAR) or if you need advanced imputation (MAR/MNAR).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0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A. Visualizing </a:t>
            </a:r>
            <a:r>
              <a:rPr lang="en-US" sz="2400" b="1" dirty="0" err="1"/>
              <a:t>Missingness</a:t>
            </a:r>
            <a:r>
              <a:rPr lang="en-US" sz="2400" b="1" dirty="0"/>
              <a:t> Patterns (</a:t>
            </a:r>
            <a:r>
              <a:rPr lang="en-US" sz="2400" b="1" dirty="0" err="1"/>
              <a:t>naniar</a:t>
            </a:r>
            <a:r>
              <a:rPr lang="en-US" sz="2400" b="1" dirty="0"/>
              <a:t>)</a:t>
            </a:r>
            <a:br>
              <a:rPr lang="en-US" sz="2400" b="1" dirty="0"/>
            </a:br>
            <a:r>
              <a:rPr lang="en-US" sz="2400" dirty="0"/>
              <a:t>This helps see if missing values in one column correlate with values in another. 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 Install and load required </a:t>
            </a:r>
            <a:r>
              <a:rPr lang="en-US" dirty="0" smtClean="0"/>
              <a:t>packages</a:t>
            </a:r>
          </a:p>
          <a:p>
            <a:r>
              <a:rPr lang="en-US" dirty="0" err="1" smtClean="0"/>
              <a:t>install.packages</a:t>
            </a:r>
            <a:r>
              <a:rPr lang="en-US" dirty="0" smtClean="0"/>
              <a:t>(c</a:t>
            </a:r>
            <a:r>
              <a:rPr lang="en-US" dirty="0"/>
              <a:t>("</a:t>
            </a:r>
            <a:r>
              <a:rPr lang="en-US" dirty="0" err="1"/>
              <a:t>naniar</a:t>
            </a:r>
            <a:r>
              <a:rPr lang="en-US" dirty="0"/>
              <a:t>", "ggplot2</a:t>
            </a:r>
            <a:r>
              <a:rPr lang="en-US" dirty="0" smtClean="0"/>
              <a:t>"))</a:t>
            </a:r>
          </a:p>
          <a:p>
            <a:r>
              <a:rPr lang="en-US" dirty="0" smtClean="0"/>
              <a:t>library(</a:t>
            </a:r>
            <a:r>
              <a:rPr lang="en-US" dirty="0" err="1" smtClean="0"/>
              <a:t>naniar</a:t>
            </a:r>
            <a:r>
              <a:rPr lang="en-US" dirty="0" smtClean="0"/>
              <a:t>)</a:t>
            </a:r>
          </a:p>
          <a:p>
            <a:r>
              <a:rPr lang="en-US" dirty="0" smtClean="0"/>
              <a:t>library(ggplot2)</a:t>
            </a:r>
          </a:p>
          <a:p>
            <a:r>
              <a:rPr lang="en-US" dirty="0" smtClean="0"/>
              <a:t># </a:t>
            </a:r>
            <a:r>
              <a:rPr lang="en-US" dirty="0"/>
              <a:t>Visualize </a:t>
            </a:r>
            <a:r>
              <a:rPr lang="en-US" dirty="0" err="1"/>
              <a:t>missingness</a:t>
            </a:r>
            <a:r>
              <a:rPr lang="en-US" dirty="0"/>
              <a:t> across the </a:t>
            </a:r>
            <a:r>
              <a:rPr lang="en-US" dirty="0" smtClean="0"/>
              <a:t>dataset</a:t>
            </a:r>
          </a:p>
          <a:p>
            <a:r>
              <a:rPr lang="en-US" dirty="0" err="1" smtClean="0"/>
              <a:t>vis_miss</a:t>
            </a:r>
            <a:r>
              <a:rPr lang="en-US" dirty="0" smtClean="0"/>
              <a:t>(</a:t>
            </a:r>
            <a:r>
              <a:rPr lang="en-US" dirty="0" err="1" smtClean="0"/>
              <a:t>airquality</a:t>
            </a:r>
            <a:r>
              <a:rPr lang="en-US" dirty="0" smtClean="0"/>
              <a:t>)</a:t>
            </a:r>
          </a:p>
          <a:p>
            <a:r>
              <a:rPr lang="en-US" dirty="0" smtClean="0"/>
              <a:t># </a:t>
            </a:r>
            <a:r>
              <a:rPr lang="en-US" dirty="0"/>
              <a:t>Check if </a:t>
            </a:r>
            <a:r>
              <a:rPr lang="en-US" dirty="0" err="1"/>
              <a:t>missingness</a:t>
            </a:r>
            <a:r>
              <a:rPr lang="en-US" dirty="0"/>
              <a:t> in 'Ozone' is related to </a:t>
            </a:r>
            <a:r>
              <a:rPr lang="en-US" dirty="0" smtClean="0"/>
              <a:t>'</a:t>
            </a:r>
            <a:r>
              <a:rPr lang="en-US" dirty="0" err="1" smtClean="0"/>
              <a:t>Solar.R</a:t>
            </a:r>
            <a:r>
              <a:rPr lang="en-US" dirty="0" smtClean="0"/>
              <a:t>‘</a:t>
            </a:r>
          </a:p>
          <a:p>
            <a:r>
              <a:rPr lang="en-US" dirty="0" err="1" smtClean="0"/>
              <a:t>ggplot</a:t>
            </a:r>
            <a:r>
              <a:rPr lang="en-US" dirty="0" smtClean="0"/>
              <a:t>(</a:t>
            </a:r>
            <a:r>
              <a:rPr lang="en-US" dirty="0" err="1" smtClean="0"/>
              <a:t>airquality</a:t>
            </a:r>
            <a:r>
              <a:rPr lang="en-US" dirty="0"/>
              <a:t>, </a:t>
            </a:r>
            <a:r>
              <a:rPr lang="en-US" dirty="0" err="1"/>
              <a:t>aes</a:t>
            </a:r>
            <a:r>
              <a:rPr lang="en-US" dirty="0"/>
              <a:t>(x = </a:t>
            </a:r>
            <a:r>
              <a:rPr lang="en-US" dirty="0" err="1"/>
              <a:t>Solar.R</a:t>
            </a:r>
            <a:r>
              <a:rPr lang="en-US" dirty="0"/>
              <a:t>, y = Ozone)) +  </a:t>
            </a:r>
            <a:r>
              <a:rPr lang="en-US" dirty="0" err="1"/>
              <a:t>geom_miss_point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3270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table compares the </a:t>
            </a:r>
            <a:r>
              <a:rPr lang="en-US" b="1" dirty="0"/>
              <a:t>observed characteristics</a:t>
            </a:r>
            <a:r>
              <a:rPr lang="en-US" dirty="0"/>
              <a:t> (</a:t>
            </a:r>
            <a:r>
              <a:rPr lang="en-US" dirty="0" err="1"/>
              <a:t>Solar.R</a:t>
            </a:r>
            <a:r>
              <a:rPr lang="en-US" dirty="0"/>
              <a:t>, Wind, Temp) between two groups:</a:t>
            </a:r>
          </a:p>
          <a:p>
            <a:r>
              <a:rPr lang="en-US" b="1" dirty="0"/>
              <a:t>Group 1:</a:t>
            </a:r>
            <a:r>
              <a:rPr lang="en-US" dirty="0"/>
              <a:t> Where </a:t>
            </a:r>
            <a:r>
              <a:rPr lang="en-US" b="1" dirty="0"/>
              <a:t>Ozone is observed</a:t>
            </a:r>
            <a:r>
              <a:rPr lang="en-US" dirty="0"/>
              <a:t> (Not missing)</a:t>
            </a:r>
          </a:p>
          <a:p>
            <a:r>
              <a:rPr lang="en-US" b="1" dirty="0"/>
              <a:t>Group 2:</a:t>
            </a:r>
            <a:r>
              <a:rPr lang="en-US" dirty="0"/>
              <a:t> Where </a:t>
            </a:r>
            <a:r>
              <a:rPr lang="en-US" b="1" dirty="0"/>
              <a:t>Ozone is missing</a:t>
            </a:r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missingness</a:t>
            </a:r>
            <a:r>
              <a:rPr lang="en-US" dirty="0"/>
              <a:t> were related to these other variables, their means would differ </a:t>
            </a:r>
            <a:r>
              <a:rPr lang="en-US" b="1" dirty="0"/>
              <a:t>significantly</a:t>
            </a:r>
            <a:r>
              <a:rPr lang="en-US" dirty="0"/>
              <a:t> between groups.</a:t>
            </a:r>
            <a:br>
              <a:rPr lang="en-US" dirty="0"/>
            </a:br>
            <a:r>
              <a:rPr lang="en-US" dirty="0"/>
              <a:t>In this table:</a:t>
            </a:r>
          </a:p>
          <a:p>
            <a:r>
              <a:rPr lang="en-US" b="1" dirty="0"/>
              <a:t>All p-values &gt; 0.05</a:t>
            </a:r>
            <a:endParaRPr lang="en-US" dirty="0"/>
          </a:p>
          <a:p>
            <a:r>
              <a:rPr lang="en-US" b="1" dirty="0"/>
              <a:t>No strong evidence</a:t>
            </a:r>
            <a:r>
              <a:rPr lang="en-US" dirty="0"/>
              <a:t> that </a:t>
            </a:r>
            <a:r>
              <a:rPr lang="en-US" dirty="0" err="1"/>
              <a:t>Solar.R</a:t>
            </a:r>
            <a:r>
              <a:rPr lang="en-US" dirty="0"/>
              <a:t>, Wind, or Temp differ when Ozone is missing vs. not missing.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83058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835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8200"/>
            <a:ext cx="8335963" cy="2535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33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SIMPLE IMPUTATION (Single Value Replacement)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2170113"/>
            <a:ext cx="5945187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465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927100"/>
            <a:ext cx="7507287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3815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Imputation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methods (like mean imputation) give you </a:t>
            </a:r>
            <a:r>
              <a:rPr lang="en-US" b="1" dirty="0"/>
              <a:t>one guess</a:t>
            </a:r>
            <a:r>
              <a:rPr lang="en-US" dirty="0"/>
              <a:t> for each missing value.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that's overconfident — we don't </a:t>
            </a:r>
            <a:r>
              <a:rPr lang="en-US" i="1" dirty="0"/>
              <a:t>know</a:t>
            </a:r>
            <a:r>
              <a:rPr lang="en-US" dirty="0"/>
              <a:t> the true values, we're just making educated guesses</a:t>
            </a:r>
            <a:r>
              <a:rPr lang="en-US" dirty="0" smtClean="0"/>
              <a:t>.</a:t>
            </a:r>
          </a:p>
          <a:p>
            <a:r>
              <a:rPr lang="en-US" dirty="0"/>
              <a:t>Instead of one guess, let's make </a:t>
            </a:r>
            <a:r>
              <a:rPr lang="en-US" b="1" dirty="0"/>
              <a:t>several reasonable guesses</a:t>
            </a:r>
            <a:r>
              <a:rPr lang="en-US" dirty="0"/>
              <a:t> that reflect our uncertainty.</a:t>
            </a:r>
          </a:p>
        </p:txBody>
      </p:sp>
    </p:spTree>
    <p:extLst>
      <p:ext uri="{BB962C8B-B14F-4D97-AF65-F5344CB8AC3E}">
        <p14:creationId xmlns:p14="http://schemas.microsoft.com/office/powerpoint/2010/main" val="890888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7301494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10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Step 1: Build a Prediction Model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Using</a:t>
            </a:r>
            <a:r>
              <a:rPr lang="en-US" dirty="0"/>
              <a:t> </a:t>
            </a:r>
            <a:r>
              <a:rPr lang="en-US" b="1" dirty="0"/>
              <a:t>only complete cases</a:t>
            </a:r>
            <a:r>
              <a:rPr lang="en-US" dirty="0"/>
              <a:t> (where Ozone is observed):</a:t>
            </a:r>
          </a:p>
          <a:p>
            <a:r>
              <a:rPr lang="en-US" dirty="0"/>
              <a:t>Run regression: </a:t>
            </a:r>
            <a:endParaRPr lang="en-US" dirty="0" smtClean="0"/>
          </a:p>
          <a:p>
            <a:r>
              <a:rPr lang="en-US" dirty="0" smtClean="0"/>
              <a:t>Ozone </a:t>
            </a:r>
            <a:r>
              <a:rPr lang="en-US" dirty="0"/>
              <a:t>= </a:t>
            </a:r>
            <a:r>
              <a:rPr lang="el-GR" dirty="0"/>
              <a:t>β₀ + β₁×</a:t>
            </a:r>
            <a:r>
              <a:rPr lang="en-US" dirty="0" err="1"/>
              <a:t>Solar.R</a:t>
            </a:r>
            <a:r>
              <a:rPr lang="en-US" dirty="0"/>
              <a:t> + </a:t>
            </a:r>
            <a:r>
              <a:rPr lang="el-GR" dirty="0"/>
              <a:t>β₂×</a:t>
            </a:r>
            <a:r>
              <a:rPr lang="en-US" dirty="0"/>
              <a:t>Wind + </a:t>
            </a:r>
            <a:r>
              <a:rPr lang="el-GR" dirty="0"/>
              <a:t>β₃×</a:t>
            </a:r>
            <a:r>
              <a:rPr lang="en-US" dirty="0"/>
              <a:t>Temp + error</a:t>
            </a:r>
          </a:p>
          <a:p>
            <a:r>
              <a:rPr lang="en-US" dirty="0"/>
              <a:t>Get:</a:t>
            </a:r>
          </a:p>
          <a:p>
            <a:pPr lvl="1"/>
            <a:r>
              <a:rPr lang="en-US" b="1" dirty="0"/>
              <a:t>Parameter estimates</a:t>
            </a:r>
            <a:r>
              <a:rPr lang="en-US" dirty="0"/>
              <a:t> (</a:t>
            </a:r>
            <a:r>
              <a:rPr lang="el-GR" dirty="0"/>
              <a:t>β'</a:t>
            </a:r>
            <a:r>
              <a:rPr lang="en-US" dirty="0"/>
              <a:t>s)</a:t>
            </a:r>
          </a:p>
          <a:p>
            <a:pPr lvl="1"/>
            <a:r>
              <a:rPr lang="en-US" b="1" dirty="0"/>
              <a:t>Residual variance</a:t>
            </a:r>
            <a:r>
              <a:rPr lang="en-US" dirty="0"/>
              <a:t> (</a:t>
            </a:r>
            <a:r>
              <a:rPr lang="el-GR" dirty="0"/>
              <a:t>σ²) - </a:t>
            </a:r>
            <a:r>
              <a:rPr lang="en-US" dirty="0"/>
              <a:t>how much Ozone varies around predictions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3947100" y="2141280"/>
              <a:ext cx="5006880" cy="11052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6660" y="2130840"/>
                <a:ext cx="5027760" cy="11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8846700" y="1980000"/>
              <a:ext cx="213840" cy="20052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36260" y="1969560"/>
                <a:ext cx="234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Ink 38"/>
              <p14:cNvContentPartPr/>
              <p14:nvPr/>
            </p14:nvContentPartPr>
            <p14:xfrm>
              <a:off x="6004140" y="4374000"/>
              <a:ext cx="2264040" cy="55908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93700" y="4363560"/>
                <a:ext cx="2284920" cy="57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002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Step1:</a:t>
            </a:r>
            <a:r>
              <a:rPr lang="en-US" b="1" dirty="0"/>
              <a:t>ANALYZE 7 COMPLETE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Regression results </a:t>
            </a:r>
          </a:p>
          <a:p>
            <a:r>
              <a:rPr lang="it-IT" dirty="0" smtClean="0"/>
              <a:t>β</a:t>
            </a:r>
            <a:r>
              <a:rPr lang="it-IT" dirty="0"/>
              <a:t>₀ = 12.5</a:t>
            </a:r>
          </a:p>
          <a:p>
            <a:r>
              <a:rPr lang="it-IT" dirty="0"/>
              <a:t>β₁ = 0.18  (SE = 0.05, Variance = 0.0025)</a:t>
            </a:r>
          </a:p>
          <a:p>
            <a:r>
              <a:rPr lang="it-IT" dirty="0"/>
              <a:t>β₂ = -1.3  (SE = 0.3, Variance = 0.09)</a:t>
            </a:r>
          </a:p>
          <a:p>
            <a:r>
              <a:rPr lang="it-IT" dirty="0"/>
              <a:t>β₃ = 0.7   (SE = 0.15, Variance = 0.0225</a:t>
            </a:r>
            <a:r>
              <a:rPr lang="it-IT" dirty="0" smtClean="0"/>
              <a:t>)</a:t>
            </a:r>
          </a:p>
          <a:p>
            <a:r>
              <a:rPr lang="en-US" b="1" dirty="0"/>
              <a:t>Variance-covariance matrix V (4×4</a:t>
            </a:r>
            <a:r>
              <a:rPr lang="en-US" b="1" dirty="0" smtClean="0"/>
              <a:t>):</a:t>
            </a:r>
          </a:p>
          <a:p>
            <a:r>
              <a:rPr lang="en-US" dirty="0" smtClean="0"/>
              <a:t>          </a:t>
            </a:r>
            <a:r>
              <a:rPr lang="el-GR" dirty="0" smtClean="0"/>
              <a:t> </a:t>
            </a:r>
            <a:r>
              <a:rPr lang="el-GR" dirty="0"/>
              <a:t>β₀     β₁     </a:t>
            </a:r>
            <a:r>
              <a:rPr lang="en-US" dirty="0" smtClean="0"/>
              <a:t>    </a:t>
            </a:r>
            <a:r>
              <a:rPr lang="el-GR" dirty="0" smtClean="0"/>
              <a:t>β</a:t>
            </a:r>
            <a:r>
              <a:rPr lang="el-GR" dirty="0"/>
              <a:t>₂     β₃</a:t>
            </a:r>
          </a:p>
          <a:p>
            <a:r>
              <a:rPr lang="el-GR" dirty="0"/>
              <a:t>β₀  [ 6.25   </a:t>
            </a:r>
            <a:r>
              <a:rPr lang="el-GR" b="1" dirty="0"/>
              <a:t>0.01</a:t>
            </a:r>
            <a:r>
              <a:rPr lang="el-GR" dirty="0"/>
              <a:t>  -0.15   0.08 ]</a:t>
            </a:r>
          </a:p>
          <a:p>
            <a:r>
              <a:rPr lang="el-GR" dirty="0"/>
              <a:t>β₁  [ </a:t>
            </a:r>
            <a:r>
              <a:rPr lang="el-GR" b="1" dirty="0"/>
              <a:t>0.01</a:t>
            </a:r>
            <a:r>
              <a:rPr lang="el-GR" dirty="0"/>
              <a:t>   0.0025 -0.005 0.002 ]</a:t>
            </a:r>
          </a:p>
          <a:p>
            <a:r>
              <a:rPr lang="el-GR" dirty="0"/>
              <a:t>β₂  [-0.15  -0.005  0.09  -0.04 ]</a:t>
            </a:r>
          </a:p>
          <a:p>
            <a:r>
              <a:rPr lang="el-GR" dirty="0"/>
              <a:t>β₃  [ 0.08   0.002  -0.04  0.0225 ]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1.2 Calculate </a:t>
            </a:r>
            <a:r>
              <a:rPr lang="el-GR" b="1" dirty="0"/>
              <a:t>σ²:</a:t>
            </a:r>
            <a:br>
              <a:rPr lang="el-GR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Residuals from 7 complete cases: -2.1, 1.8, -1.9, 0.7, 1.2, -0.8, </a:t>
            </a:r>
            <a:r>
              <a:rPr lang="en-US" dirty="0" smtClean="0"/>
              <a:t>1.1</a:t>
            </a:r>
          </a:p>
          <a:p>
            <a:r>
              <a:rPr lang="pt-BR" dirty="0"/>
              <a:t>SSE = (-2.1)² + 1.8² + (-1.9)² + 0.7² + 1.2² + (-0.8)² + 1.1²</a:t>
            </a:r>
          </a:p>
          <a:p>
            <a:r>
              <a:rPr lang="pt-BR" dirty="0"/>
              <a:t>   </a:t>
            </a:r>
            <a:r>
              <a:rPr lang="pt-BR" dirty="0" smtClean="0"/>
              <a:t>       </a:t>
            </a:r>
            <a:r>
              <a:rPr lang="pt-BR" dirty="0"/>
              <a:t>= 4.41 + 3.24 + 3.61 + 0.49 + 1.44 + 0.64 + 1.21</a:t>
            </a:r>
          </a:p>
          <a:p>
            <a:r>
              <a:rPr lang="pt-BR" dirty="0"/>
              <a:t> </a:t>
            </a:r>
            <a:r>
              <a:rPr lang="pt-BR" dirty="0" smtClean="0"/>
              <a:t>        </a:t>
            </a:r>
            <a:r>
              <a:rPr lang="pt-BR" dirty="0"/>
              <a:t>= 15.04</a:t>
            </a:r>
          </a:p>
          <a:p>
            <a:endParaRPr lang="pt-BR" dirty="0"/>
          </a:p>
          <a:p>
            <a:r>
              <a:rPr lang="pt-BR" dirty="0"/>
              <a:t>n = 7, p = 3</a:t>
            </a:r>
          </a:p>
          <a:p>
            <a:r>
              <a:rPr lang="pt-BR" dirty="0"/>
              <a:t>σ² = SSE / (n - p - 1) = 15.04 / (7-3-1) = 15.04 / 3 = 5.013</a:t>
            </a:r>
          </a:p>
          <a:p>
            <a:r>
              <a:rPr lang="pt-BR" dirty="0"/>
              <a:t>σ = √5.013 = </a:t>
            </a:r>
            <a:r>
              <a:rPr lang="pt-BR" dirty="0" smtClean="0"/>
              <a:t>2.24</a:t>
            </a:r>
          </a:p>
          <a:p>
            <a:r>
              <a:rPr lang="en-US" b="1" dirty="0"/>
              <a:t>So:</a:t>
            </a:r>
            <a:r>
              <a:rPr lang="en-US" dirty="0"/>
              <a:t> Ozone varies ±2.24 units around predictions after accounting for </a:t>
            </a:r>
            <a:r>
              <a:rPr lang="en-US" dirty="0" err="1"/>
              <a:t>Solar.R</a:t>
            </a:r>
            <a:r>
              <a:rPr lang="en-US" dirty="0"/>
              <a:t>, Wind, Temp.</a:t>
            </a:r>
          </a:p>
        </p:txBody>
      </p:sp>
    </p:spTree>
    <p:extLst>
      <p:ext uri="{BB962C8B-B14F-4D97-AF65-F5344CB8AC3E}">
        <p14:creationId xmlns:p14="http://schemas.microsoft.com/office/powerpoint/2010/main" val="218761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2: CREATE M=3 DATASETS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r>
              <a:rPr lang="en-US" b="1" dirty="0"/>
              <a:t>PARAMETERS FOR DRAWING:</a:t>
            </a:r>
          </a:p>
          <a:p>
            <a:r>
              <a:rPr lang="en-US" dirty="0"/>
              <a:t>ν = n - p - 1 = 7-3-1 = 3 (degrees of freedom)</a:t>
            </a:r>
          </a:p>
          <a:p>
            <a:r>
              <a:rPr lang="en-US" dirty="0"/>
              <a:t>σ² = 5.013</a:t>
            </a:r>
          </a:p>
          <a:p>
            <a:r>
              <a:rPr lang="en-US" dirty="0"/>
              <a:t>β = [12.5, 0.18, -1.3, 0.7]</a:t>
            </a:r>
          </a:p>
          <a:p>
            <a:r>
              <a:rPr lang="en-US" dirty="0"/>
              <a:t>V = variance-covariance matrix above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3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DATASET 1 CREATION: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2.1.1 </a:t>
            </a:r>
            <a:r>
              <a:rPr lang="en-US" b="1" dirty="0">
                <a:solidFill>
                  <a:srgbClr val="FF0000"/>
                </a:solidFill>
              </a:rPr>
              <a:t>Draw new </a:t>
            </a:r>
            <a:r>
              <a:rPr lang="el-GR" b="1" dirty="0">
                <a:solidFill>
                  <a:srgbClr val="FF0000"/>
                </a:solidFill>
              </a:rPr>
              <a:t>β*₁:</a:t>
            </a:r>
          </a:p>
          <a:p>
            <a:r>
              <a:rPr lang="en-US" dirty="0">
                <a:solidFill>
                  <a:srgbClr val="FF0000"/>
                </a:solidFill>
              </a:rPr>
              <a:t>From: </a:t>
            </a:r>
            <a:r>
              <a:rPr lang="el-GR" dirty="0">
                <a:solidFill>
                  <a:srgbClr val="FF0000"/>
                </a:solidFill>
              </a:rPr>
              <a:t>β* ~ </a:t>
            </a:r>
            <a:r>
              <a:rPr lang="en-US" dirty="0">
                <a:solidFill>
                  <a:srgbClr val="FF0000"/>
                </a:solidFill>
              </a:rPr>
              <a:t>MVN(</a:t>
            </a:r>
            <a:r>
              <a:rPr lang="el-GR" dirty="0">
                <a:solidFill>
                  <a:srgbClr val="FF0000"/>
                </a:solidFill>
              </a:rPr>
              <a:t>β, </a:t>
            </a:r>
            <a:r>
              <a:rPr lang="en-US" dirty="0">
                <a:solidFill>
                  <a:srgbClr val="FF0000"/>
                </a:solidFill>
              </a:rPr>
              <a:t>V)</a:t>
            </a:r>
          </a:p>
          <a:p>
            <a:r>
              <a:rPr lang="en-US" b="1" dirty="0">
                <a:solidFill>
                  <a:srgbClr val="FF0000"/>
                </a:solidFill>
              </a:rPr>
              <a:t>Draw: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l-GR" dirty="0">
                <a:solidFill>
                  <a:srgbClr val="FF0000"/>
                </a:solidFill>
              </a:rPr>
              <a:t>β*₁ = [13.2, 0.16, -1.4, 0.65]</a:t>
            </a:r>
          </a:p>
          <a:p>
            <a:r>
              <a:rPr lang="el-GR" b="1" dirty="0"/>
              <a:t>2.1.2 </a:t>
            </a:r>
            <a:r>
              <a:rPr lang="en-US" b="1" dirty="0"/>
              <a:t>Draw new </a:t>
            </a:r>
            <a:r>
              <a:rPr lang="el-GR" b="1" dirty="0"/>
              <a:t>σ²*₁:</a:t>
            </a:r>
          </a:p>
          <a:p>
            <a:r>
              <a:rPr lang="en-US" dirty="0"/>
              <a:t>From: </a:t>
            </a:r>
            <a:r>
              <a:rPr lang="el-GR" dirty="0"/>
              <a:t>σ²* ~ (ν × σ²) / χ²(ν)</a:t>
            </a:r>
          </a:p>
          <a:p>
            <a:r>
              <a:rPr lang="en-US" dirty="0"/>
              <a:t>Draw </a:t>
            </a:r>
            <a:r>
              <a:rPr lang="el-GR" dirty="0"/>
              <a:t>χ² </a:t>
            </a:r>
            <a:r>
              <a:rPr lang="en-US" dirty="0"/>
              <a:t>with </a:t>
            </a:r>
            <a:r>
              <a:rPr lang="el-GR" dirty="0"/>
              <a:t>ν=3: </a:t>
            </a:r>
            <a:r>
              <a:rPr lang="en-US" dirty="0"/>
              <a:t>say, </a:t>
            </a:r>
            <a:r>
              <a:rPr lang="el-GR" dirty="0"/>
              <a:t>χ² = 4.2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10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 2: The First Imputation - Adding Proper Uncertainty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</a:t>
            </a:r>
            <a:r>
              <a:rPr lang="en-US" dirty="0"/>
              <a:t>each missing Ozone value (say, Day 2: </a:t>
            </a:r>
            <a:r>
              <a:rPr lang="en-US" dirty="0" err="1"/>
              <a:t>Solar.R</a:t>
            </a:r>
            <a:r>
              <a:rPr lang="en-US" dirty="0"/>
              <a:t>=118, Wind=8, Temp=72):</a:t>
            </a:r>
          </a:p>
          <a:p>
            <a:r>
              <a:rPr lang="en-US" dirty="0" smtClean="0"/>
              <a:t>1.</a:t>
            </a:r>
            <a:r>
              <a:rPr lang="en-US" b="1" dirty="0"/>
              <a:t> Make prediction</a:t>
            </a:r>
            <a:r>
              <a:rPr lang="en-US" b="1" dirty="0" smtClean="0"/>
              <a:t>:</a:t>
            </a:r>
          </a:p>
          <a:p>
            <a:r>
              <a:rPr lang="en-US" dirty="0"/>
              <a:t>Predicted Ozone = 10 + 0.2×118 + (-1.5)×8 + 0.8×72</a:t>
            </a:r>
          </a:p>
          <a:p>
            <a:r>
              <a:rPr lang="en-US" dirty="0"/>
              <a:t>               </a:t>
            </a:r>
            <a:r>
              <a:rPr lang="en-US" dirty="0" smtClean="0"/>
              <a:t>		 </a:t>
            </a:r>
            <a:r>
              <a:rPr lang="en-US" dirty="0"/>
              <a:t>= 10 + 23.6 - 12 + 57.6</a:t>
            </a:r>
          </a:p>
          <a:p>
            <a:r>
              <a:rPr lang="en-US" dirty="0"/>
              <a:t>               </a:t>
            </a:r>
            <a:r>
              <a:rPr lang="en-US" dirty="0" smtClean="0"/>
              <a:t>		 </a:t>
            </a:r>
            <a:r>
              <a:rPr lang="en-US" dirty="0"/>
              <a:t>= 79.2</a:t>
            </a:r>
          </a:p>
        </p:txBody>
      </p:sp>
    </p:spTree>
    <p:extLst>
      <p:ext uri="{BB962C8B-B14F-4D97-AF65-F5344CB8AC3E}">
        <p14:creationId xmlns:p14="http://schemas.microsoft.com/office/powerpoint/2010/main" val="1770099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Instead of using 79.2, we </a:t>
            </a:r>
            <a:r>
              <a:rPr lang="en-US" b="1" dirty="0">
                <a:solidFill>
                  <a:srgbClr val="FF0000"/>
                </a:solidFill>
              </a:rPr>
              <a:t>add two types of randomness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r>
              <a:rPr lang="en-US" b="1" dirty="0"/>
              <a:t>A) Parameter uncertainty</a:t>
            </a:r>
            <a:r>
              <a:rPr lang="en-US" dirty="0"/>
              <a:t> (we don't know β's exactly):</a:t>
            </a:r>
          </a:p>
          <a:p>
            <a:r>
              <a:rPr lang="en-US" dirty="0"/>
              <a:t>Our estimated β₁ = 0.2, but true value might be 0.18 or 0.22</a:t>
            </a:r>
          </a:p>
          <a:p>
            <a:r>
              <a:rPr lang="en-US" dirty="0"/>
              <a:t>So we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b="1" dirty="0">
                <a:solidFill>
                  <a:srgbClr val="FF0000"/>
                </a:solidFill>
              </a:rPr>
              <a:t>draw new β's</a:t>
            </a:r>
            <a:r>
              <a:rPr lang="en-US" dirty="0">
                <a:solidFill>
                  <a:srgbClr val="FF0000"/>
                </a:solidFill>
              </a:rPr>
              <a:t> from their sampling distribution</a:t>
            </a:r>
          </a:p>
          <a:p>
            <a:r>
              <a:rPr lang="en-US" dirty="0"/>
              <a:t>Say we draw: β₀*=11, β₁*=0.19, β₂*=-1.6, β₃*=0.7</a:t>
            </a:r>
          </a:p>
          <a:p>
            <a:r>
              <a:rPr lang="en-US" b="1" dirty="0"/>
              <a:t>B) Prediction error</a:t>
            </a:r>
            <a:r>
              <a:rPr lang="en-US" dirty="0"/>
              <a:t> (individual variability):</a:t>
            </a:r>
          </a:p>
          <a:p>
            <a:r>
              <a:rPr lang="en-US" dirty="0"/>
              <a:t>Even with perfect β's, predictions aren't perfect</a:t>
            </a:r>
          </a:p>
          <a:p>
            <a:r>
              <a:rPr lang="en-US" dirty="0"/>
              <a:t>Draw </a:t>
            </a:r>
            <a:r>
              <a:rPr lang="en-US" dirty="0">
                <a:solidFill>
                  <a:srgbClr val="0070C0"/>
                </a:solidFill>
              </a:rPr>
              <a:t>random error from N(0, σ</a:t>
            </a:r>
            <a:r>
              <a:rPr lang="en-US" i="1" dirty="0">
                <a:solidFill>
                  <a:srgbClr val="0070C0"/>
                </a:solidFill>
              </a:rPr>
              <a:t>²) </a:t>
            </a:r>
            <a:r>
              <a:rPr lang="en-US" i="1" dirty="0"/>
              <a:t>where σ</a:t>
            </a:r>
            <a:r>
              <a:rPr lang="en-US" dirty="0"/>
              <a:t>² is slightly inflated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04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 </a:t>
            </a:r>
            <a:r>
              <a:rPr lang="en-US" sz="2000" b="1" dirty="0"/>
              <a:t>95% confidence interval (CI)</a:t>
            </a:r>
            <a:r>
              <a:rPr lang="en-US" sz="2000" dirty="0"/>
              <a:t> is a range of values that is </a:t>
            </a:r>
            <a:r>
              <a:rPr lang="en-US" sz="2000" b="1" dirty="0"/>
              <a:t>estimated</a:t>
            </a:r>
            <a:r>
              <a:rPr lang="en-US" sz="2000" dirty="0"/>
              <a:t> to contain the true population parameter (like a mean, proportion, or regression coefficient) with 95% probability, based on a sample from that population.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95% Confidence Interval with a normal distribution, the critical value is always 1.96</a:t>
            </a:r>
            <a:r>
              <a:rPr lang="en-US" b="1" dirty="0" smtClean="0"/>
              <a:t>.</a:t>
            </a:r>
          </a:p>
          <a:p>
            <a:r>
              <a:rPr lang="el-GR" dirty="0"/>
              <a:t> </a:t>
            </a:r>
            <a:r>
              <a:rPr lang="en-US" dirty="0" smtClean="0"/>
              <a:t>         </a:t>
            </a:r>
            <a:r>
              <a:rPr lang="el-GR" dirty="0" smtClean="0"/>
              <a:t>β</a:t>
            </a:r>
            <a:r>
              <a:rPr lang="el-GR" dirty="0"/>
              <a:t>₀     β₁     β₂     β₃</a:t>
            </a:r>
          </a:p>
          <a:p>
            <a:r>
              <a:rPr lang="el-GR" dirty="0"/>
              <a:t>β₀  [  4.0   </a:t>
            </a:r>
            <a:r>
              <a:rPr lang="en-US" dirty="0" smtClean="0"/>
              <a:t> </a:t>
            </a:r>
            <a:r>
              <a:rPr lang="el-GR" dirty="0" smtClean="0"/>
              <a:t> </a:t>
            </a:r>
            <a:r>
              <a:rPr lang="el-GR" dirty="0"/>
              <a:t>0.1   </a:t>
            </a:r>
            <a:r>
              <a:rPr lang="en-US" dirty="0" smtClean="0"/>
              <a:t>  </a:t>
            </a:r>
            <a:r>
              <a:rPr lang="el-GR" dirty="0" smtClean="0"/>
              <a:t>-</a:t>
            </a:r>
            <a:r>
              <a:rPr lang="el-GR" dirty="0"/>
              <a:t>0.3    </a:t>
            </a:r>
            <a:r>
              <a:rPr lang="en-US" dirty="0" smtClean="0"/>
              <a:t> </a:t>
            </a:r>
            <a:r>
              <a:rPr lang="el-GR" dirty="0" smtClean="0"/>
              <a:t>0.2  </a:t>
            </a:r>
            <a:r>
              <a:rPr lang="el-GR" dirty="0"/>
              <a:t>]</a:t>
            </a:r>
          </a:p>
          <a:p>
            <a:r>
              <a:rPr lang="el-GR" dirty="0"/>
              <a:t>β₁  [  0.1   </a:t>
            </a:r>
            <a:r>
              <a:rPr lang="en-US" dirty="0" smtClean="0"/>
              <a:t> </a:t>
            </a:r>
            <a:r>
              <a:rPr lang="el-GR" dirty="0" smtClean="0"/>
              <a:t> </a:t>
            </a:r>
            <a:r>
              <a:rPr lang="el-GR" b="1" dirty="0"/>
              <a:t>0.01  </a:t>
            </a:r>
            <a:r>
              <a:rPr lang="en-US" b="1" dirty="0" smtClean="0"/>
              <a:t> </a:t>
            </a:r>
            <a:r>
              <a:rPr lang="el-GR" dirty="0" smtClean="0"/>
              <a:t>-</a:t>
            </a:r>
            <a:r>
              <a:rPr lang="el-GR" dirty="0"/>
              <a:t>0.02   0.005]</a:t>
            </a:r>
          </a:p>
          <a:p>
            <a:r>
              <a:rPr lang="el-GR" dirty="0"/>
              <a:t>β₂  [ -0.3   -0.02   </a:t>
            </a:r>
            <a:r>
              <a:rPr lang="en-US" dirty="0" smtClean="0"/>
              <a:t> </a:t>
            </a:r>
            <a:r>
              <a:rPr lang="el-GR" b="1" dirty="0" smtClean="0"/>
              <a:t>0.25</a:t>
            </a:r>
            <a:r>
              <a:rPr lang="el-GR" dirty="0" smtClean="0"/>
              <a:t> </a:t>
            </a:r>
            <a:r>
              <a:rPr lang="en-US" dirty="0" smtClean="0"/>
              <a:t> </a:t>
            </a:r>
            <a:r>
              <a:rPr lang="el-GR" dirty="0" smtClean="0"/>
              <a:t> </a:t>
            </a:r>
            <a:r>
              <a:rPr lang="el-GR" dirty="0"/>
              <a:t>-0.1  ]</a:t>
            </a:r>
          </a:p>
          <a:p>
            <a:r>
              <a:rPr lang="el-GR" dirty="0"/>
              <a:t>β₃  [  0.2    0.005 </a:t>
            </a:r>
            <a:r>
              <a:rPr lang="en-US" dirty="0" smtClean="0"/>
              <a:t> </a:t>
            </a:r>
            <a:r>
              <a:rPr lang="el-GR" dirty="0" smtClean="0"/>
              <a:t>-</a:t>
            </a:r>
            <a:r>
              <a:rPr lang="el-GR" dirty="0"/>
              <a:t>0.1    </a:t>
            </a:r>
            <a:r>
              <a:rPr lang="en-US" dirty="0" smtClean="0"/>
              <a:t> </a:t>
            </a:r>
            <a:r>
              <a:rPr lang="el-GR" b="1" dirty="0" smtClean="0"/>
              <a:t>0.16</a:t>
            </a:r>
            <a:r>
              <a:rPr lang="el-GR" dirty="0" smtClean="0"/>
              <a:t> ]</a:t>
            </a:r>
            <a:endParaRPr lang="en-US" dirty="0" smtClean="0"/>
          </a:p>
          <a:p>
            <a:endParaRPr lang="en-US" dirty="0"/>
          </a:p>
          <a:p>
            <a:r>
              <a:rPr lang="it-IT" dirty="0"/>
              <a:t>β₁ variance = 0.01 </a:t>
            </a:r>
            <a:r>
              <a:rPr lang="it-IT"/>
              <a:t>→ </a:t>
            </a:r>
            <a:r>
              <a:rPr lang="it-IT" smtClean="0"/>
              <a:t>SD </a:t>
            </a:r>
            <a:r>
              <a:rPr lang="it-IT" dirty="0"/>
              <a:t>= √0.01 = </a:t>
            </a:r>
            <a:r>
              <a:rPr lang="it-IT" dirty="0">
                <a:solidFill>
                  <a:srgbClr val="00B050"/>
                </a:solidFill>
              </a:rPr>
              <a:t>0.1</a:t>
            </a:r>
          </a:p>
          <a:p>
            <a:r>
              <a:rPr lang="it-IT" dirty="0">
                <a:solidFill>
                  <a:srgbClr val="FF0000"/>
                </a:solidFill>
              </a:rPr>
              <a:t>So β₁ = </a:t>
            </a:r>
            <a:r>
              <a:rPr lang="it-IT" dirty="0" smtClean="0">
                <a:solidFill>
                  <a:srgbClr val="FF0000"/>
                </a:solidFill>
              </a:rPr>
              <a:t>0.2(coeff value) </a:t>
            </a:r>
            <a:r>
              <a:rPr lang="it-IT" dirty="0">
                <a:solidFill>
                  <a:srgbClr val="00B050"/>
                </a:solidFill>
              </a:rPr>
              <a:t>± 0.2 </a:t>
            </a:r>
            <a:r>
              <a:rPr lang="it-IT" dirty="0">
                <a:solidFill>
                  <a:srgbClr val="FF0000"/>
                </a:solidFill>
              </a:rPr>
              <a:t>(95% CI roughly</a:t>
            </a:r>
            <a:r>
              <a:rPr lang="it-IT" dirty="0" smtClean="0">
                <a:solidFill>
                  <a:srgbClr val="FF0000"/>
                </a:solidFill>
              </a:rPr>
              <a:t>)=1.96*</a:t>
            </a:r>
            <a:r>
              <a:rPr lang="it-IT" dirty="0" smtClean="0">
                <a:solidFill>
                  <a:srgbClr val="00B050"/>
                </a:solidFill>
              </a:rPr>
              <a:t>0.1(SD) </a:t>
            </a:r>
            <a:r>
              <a:rPr lang="it-IT" b="1" dirty="0" smtClean="0">
                <a:solidFill>
                  <a:srgbClr val="00B050"/>
                </a:solidFill>
              </a:rPr>
              <a:t>=.196</a:t>
            </a:r>
          </a:p>
          <a:p>
            <a:r>
              <a:rPr lang="en-US" dirty="0"/>
              <a:t>95% of draws will fall between: 0.2 ± 1.96×0.1 = 0.004 to 0.396</a:t>
            </a:r>
          </a:p>
          <a:p>
            <a:r>
              <a:rPr lang="en-US" b="1" dirty="0"/>
              <a:t>Approximately:</a:t>
            </a:r>
            <a:r>
              <a:rPr lang="en-US" dirty="0"/>
              <a:t> 0.0 to 0.4</a:t>
            </a:r>
          </a:p>
          <a:p>
            <a:r>
              <a:rPr lang="it-IT" dirty="0" smtClean="0"/>
              <a:t>Like this do for all βi </a:t>
            </a:r>
          </a:p>
          <a:p>
            <a:r>
              <a:rPr lang="en-US" dirty="0"/>
              <a:t>So the </a:t>
            </a:r>
            <a:r>
              <a:rPr lang="en-US" b="1" dirty="0"/>
              <a:t>range ±0.2</a:t>
            </a:r>
            <a:r>
              <a:rPr lang="en-US" dirty="0"/>
              <a:t> gives you </a:t>
            </a:r>
            <a:r>
              <a:rPr lang="en-US" dirty="0" smtClean="0"/>
              <a:t>a sense </a:t>
            </a:r>
            <a:r>
              <a:rPr lang="en-US" dirty="0"/>
              <a:t>of how much β₁ might vary across imputed datasets</a:t>
            </a:r>
            <a:endParaRPr lang="it-IT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4950780" y="2079360"/>
              <a:ext cx="4163040" cy="44056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0340" y="2068920"/>
                <a:ext cx="4183920" cy="44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Ink 36"/>
              <p14:cNvContentPartPr/>
              <p14:nvPr/>
            </p14:nvContentPartPr>
            <p14:xfrm>
              <a:off x="8143260" y="3657600"/>
              <a:ext cx="894600" cy="3420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2820" y="3647160"/>
                <a:ext cx="9154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3" name="Ink 82"/>
              <p14:cNvContentPartPr/>
              <p14:nvPr/>
            </p14:nvContentPartPr>
            <p14:xfrm>
              <a:off x="1280220" y="6163920"/>
              <a:ext cx="1044360" cy="55728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9780" y="6153480"/>
                <a:ext cx="106524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8" name="Ink 97"/>
              <p14:cNvContentPartPr/>
              <p14:nvPr/>
            </p14:nvContentPartPr>
            <p14:xfrm>
              <a:off x="4473060" y="6138000"/>
              <a:ext cx="457560" cy="377640"/>
            </p14:xfrm>
          </p:contentPart>
        </mc:Choice>
        <mc:Fallback xmlns="">
          <p:pic>
            <p:nvPicPr>
              <p:cNvPr id="98" name="Ink 9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62620" y="6127560"/>
                <a:ext cx="4784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Ink 100"/>
              <p14:cNvContentPartPr/>
              <p14:nvPr/>
            </p14:nvContentPartPr>
            <p14:xfrm>
              <a:off x="2618700" y="3047760"/>
              <a:ext cx="536760" cy="35964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08260" y="3037320"/>
                <a:ext cx="55764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2" name="Ink 101"/>
              <p14:cNvContentPartPr/>
              <p14:nvPr/>
            </p14:nvContentPartPr>
            <p14:xfrm>
              <a:off x="3283980" y="3406320"/>
              <a:ext cx="656280" cy="29988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73540" y="3395880"/>
                <a:ext cx="6771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" name="Ink 104"/>
              <p14:cNvContentPartPr/>
              <p14:nvPr/>
            </p14:nvContentPartPr>
            <p14:xfrm>
              <a:off x="807900" y="4853880"/>
              <a:ext cx="3299760" cy="77040"/>
            </p14:xfrm>
          </p:contentPart>
        </mc:Choice>
        <mc:Fallback xmlns="">
          <p:pic>
            <p:nvPicPr>
              <p:cNvPr id="105" name="Ink 10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7460" y="4843440"/>
                <a:ext cx="33206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6" name="Ink 105"/>
              <p14:cNvContentPartPr/>
              <p14:nvPr/>
            </p14:nvContentPartPr>
            <p14:xfrm>
              <a:off x="5783460" y="4914720"/>
              <a:ext cx="1458720" cy="89280"/>
            </p14:xfrm>
          </p:contentPart>
        </mc:Choice>
        <mc:Fallback xmlns="">
          <p:pic>
            <p:nvPicPr>
              <p:cNvPr id="106" name="Ink 10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73020" y="4904280"/>
                <a:ext cx="14796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7" name="Ink 106"/>
              <p14:cNvContentPartPr/>
              <p14:nvPr/>
            </p14:nvContentPartPr>
            <p14:xfrm>
              <a:off x="8259180" y="5600880"/>
              <a:ext cx="230040" cy="337320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48740" y="5590440"/>
                <a:ext cx="250920" cy="3582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767" y="3674748"/>
            <a:ext cx="3329781" cy="5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0939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 Dataset 1: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draw: </a:t>
            </a:r>
            <a:r>
              <a:rPr lang="en-US" b="1" dirty="0"/>
              <a:t>[β₀</a:t>
            </a:r>
            <a:r>
              <a:rPr lang="en-US" b="1" i="1" dirty="0"/>
              <a:t>, β₁</a:t>
            </a:r>
            <a:r>
              <a:rPr lang="en-US" b="1" dirty="0"/>
              <a:t>, β₂</a:t>
            </a:r>
            <a:r>
              <a:rPr lang="en-US" b="1" i="1" dirty="0"/>
              <a:t>, β₃</a:t>
            </a:r>
            <a:r>
              <a:rPr lang="en-US" b="1" dirty="0"/>
              <a:t>] ~ MVN(β, V)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Where:</a:t>
            </a:r>
          </a:p>
          <a:p>
            <a:r>
              <a:rPr lang="en-US" b="1" dirty="0"/>
              <a:t>β</a:t>
            </a:r>
            <a:r>
              <a:rPr lang="en-US" dirty="0"/>
              <a:t> = [10, </a:t>
            </a:r>
            <a:r>
              <a:rPr lang="en-US" dirty="0">
                <a:solidFill>
                  <a:srgbClr val="FF0000"/>
                </a:solidFill>
              </a:rPr>
              <a:t>0.2</a:t>
            </a:r>
            <a:r>
              <a:rPr lang="en-US" dirty="0"/>
              <a:t>, -1.5, 0.8] (our estimates)</a:t>
            </a:r>
          </a:p>
          <a:p>
            <a:r>
              <a:rPr lang="en-US" b="1" dirty="0"/>
              <a:t>V</a:t>
            </a:r>
            <a:r>
              <a:rPr lang="en-US" dirty="0"/>
              <a:t> = the 4×4 covariance matrix above</a:t>
            </a:r>
          </a:p>
          <a:p>
            <a:r>
              <a:rPr lang="en-US" b="1" dirty="0"/>
              <a:t>Result might be:</a:t>
            </a:r>
            <a:r>
              <a:rPr lang="en-US" dirty="0"/>
              <a:t> β* = [11, </a:t>
            </a:r>
            <a:r>
              <a:rPr lang="en-US" dirty="0">
                <a:solidFill>
                  <a:srgbClr val="FF0000"/>
                </a:solidFill>
              </a:rPr>
              <a:t>0.19</a:t>
            </a:r>
            <a:r>
              <a:rPr lang="en-US" dirty="0"/>
              <a:t>, -1.6, 0.7]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9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random error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1. Run the regression:</a:t>
            </a:r>
          </a:p>
          <a:p>
            <a:r>
              <a:rPr lang="en-US" dirty="0"/>
              <a:t>Ozone ~ </a:t>
            </a:r>
            <a:r>
              <a:rPr lang="en-US" dirty="0" err="1"/>
              <a:t>Solar.R</a:t>
            </a:r>
            <a:r>
              <a:rPr lang="en-US" dirty="0"/>
              <a:t> + Wind + Temp</a:t>
            </a:r>
          </a:p>
          <a:p>
            <a:r>
              <a:rPr lang="en-US" b="1" dirty="0"/>
              <a:t>2. Get residuals:</a:t>
            </a:r>
          </a:p>
          <a:p>
            <a:r>
              <a:rPr lang="en-US" dirty="0"/>
              <a:t>For each complete case:</a:t>
            </a:r>
            <a:br>
              <a:rPr lang="en-US" dirty="0"/>
            </a:br>
            <a:r>
              <a:rPr lang="en-US" dirty="0"/>
              <a:t>Residual = Actual Ozone - Predicted Ozone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Day 1: Actual=41, Predicted=44 → Residual = -3</a:t>
            </a:r>
          </a:p>
          <a:p>
            <a:r>
              <a:rPr lang="en-US" dirty="0"/>
              <a:t>Day 4: Actual=36, Predicted=32 → Residual = +4</a:t>
            </a:r>
          </a:p>
          <a:p>
            <a:r>
              <a:rPr lang="en-US" dirty="0"/>
              <a:t>Day 5: Actual=45, Predicted=47 → Residual = -</a:t>
            </a:r>
            <a:r>
              <a:rPr lang="en-US" dirty="0" smtClean="0"/>
              <a:t>2</a:t>
            </a:r>
          </a:p>
          <a:p>
            <a:r>
              <a:rPr lang="en-US" b="1" dirty="0"/>
              <a:t>3. Calculate </a:t>
            </a:r>
            <a:r>
              <a:rPr lang="el-GR" b="1" dirty="0"/>
              <a:t>σ² (</a:t>
            </a:r>
            <a:r>
              <a:rPr lang="en-US" b="1" dirty="0"/>
              <a:t>formula):</a:t>
            </a:r>
          </a:p>
          <a:p>
            <a:r>
              <a:rPr lang="pt-BR" dirty="0"/>
              <a:t>σ² = SSE / (n - p - 1</a:t>
            </a:r>
            <a:r>
              <a:rPr lang="pt-BR" dirty="0" smtClean="0"/>
              <a:t>)</a:t>
            </a:r>
            <a:r>
              <a:rPr lang="en-US" dirty="0"/>
              <a:t> Where:</a:t>
            </a:r>
          </a:p>
          <a:p>
            <a:r>
              <a:rPr lang="en-US" b="1" dirty="0"/>
              <a:t>SSE</a:t>
            </a:r>
            <a:r>
              <a:rPr lang="en-US" dirty="0"/>
              <a:t> = Sum of Squared Errors = Σ(residualᵢ)²</a:t>
            </a:r>
          </a:p>
          <a:p>
            <a:r>
              <a:rPr lang="en-US" b="1" dirty="0"/>
              <a:t>n</a:t>
            </a:r>
            <a:r>
              <a:rPr lang="en-US" dirty="0"/>
              <a:t> = number of complete cases</a:t>
            </a:r>
          </a:p>
          <a:p>
            <a:r>
              <a:rPr lang="en-US" b="1" dirty="0"/>
              <a:t>p</a:t>
            </a:r>
            <a:r>
              <a:rPr lang="en-US" dirty="0"/>
              <a:t> = number of predictors (3: </a:t>
            </a:r>
            <a:r>
              <a:rPr lang="en-US" dirty="0" err="1"/>
              <a:t>Solar.R</a:t>
            </a:r>
            <a:r>
              <a:rPr lang="en-US" dirty="0"/>
              <a:t>, Wind, Temp)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59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2: THE DISTRIBUTION OF σ²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Here's the key insight: </a:t>
            </a:r>
            <a:r>
              <a:rPr lang="en-US" b="1" dirty="0"/>
              <a:t>σ² itself has uncertainty!</a:t>
            </a:r>
            <a:endParaRPr lang="en-US" dirty="0"/>
          </a:p>
          <a:p>
            <a:r>
              <a:rPr lang="en-US" dirty="0"/>
              <a:t>Just like β's have sampling distributions, σ² has a sampling distribution too.</a:t>
            </a:r>
          </a:p>
          <a:p>
            <a:r>
              <a:rPr lang="en-US" dirty="0"/>
              <a:t>If the true errors are normally distributed, then:</a:t>
            </a:r>
          </a:p>
          <a:p>
            <a:r>
              <a:rPr lang="en-US" dirty="0"/>
              <a:t>(n - p - 1) × </a:t>
            </a:r>
            <a:r>
              <a:rPr lang="el-GR" dirty="0"/>
              <a:t>σ² / </a:t>
            </a:r>
            <a:r>
              <a:rPr lang="en-US" dirty="0"/>
              <a:t>true_</a:t>
            </a:r>
            <a:r>
              <a:rPr lang="el-GR" dirty="0"/>
              <a:t>σ² ~ χ²(</a:t>
            </a:r>
            <a:r>
              <a:rPr lang="en-US" dirty="0"/>
              <a:t>n - p - 1</a:t>
            </a:r>
            <a:r>
              <a:rPr lang="en-US" dirty="0" smtClean="0"/>
              <a:t>)</a:t>
            </a:r>
          </a:p>
          <a:p>
            <a:r>
              <a:rPr lang="en-US" b="1" dirty="0"/>
              <a:t>What Inverse-χ² means:</a:t>
            </a:r>
          </a:p>
          <a:p>
            <a:r>
              <a:rPr lang="en-US" dirty="0"/>
              <a:t>It's a </a:t>
            </a:r>
            <a:r>
              <a:rPr lang="en-US" b="1" dirty="0" smtClean="0"/>
              <a:t>Chi-Squared </a:t>
            </a:r>
            <a:r>
              <a:rPr lang="en-US" dirty="0" smtClean="0"/>
              <a:t>distribution </a:t>
            </a:r>
            <a:r>
              <a:rPr lang="en-US" dirty="0"/>
              <a:t>that gives us </a:t>
            </a:r>
            <a:r>
              <a:rPr lang="en-US" b="1" dirty="0"/>
              <a:t>plausible values of σ²</a:t>
            </a:r>
            <a:r>
              <a:rPr lang="en-US" dirty="0"/>
              <a:t> given our data</a:t>
            </a:r>
            <a:r>
              <a:rPr lang="en-US" dirty="0" smtClean="0"/>
              <a:t>.</a:t>
            </a:r>
          </a:p>
          <a:p>
            <a:r>
              <a:rPr lang="en-US" dirty="0"/>
              <a:t>A </a:t>
            </a:r>
            <a:r>
              <a:rPr lang="en-US" b="1" dirty="0"/>
              <a:t>distribution of squared values</a:t>
            </a:r>
            <a:endParaRPr lang="en-US" dirty="0"/>
          </a:p>
          <a:p>
            <a:r>
              <a:rPr lang="en-US" dirty="0"/>
              <a:t>Always </a:t>
            </a:r>
            <a:r>
              <a:rPr lang="en-US" b="1" dirty="0"/>
              <a:t>positive</a:t>
            </a:r>
            <a:r>
              <a:rPr lang="en-US" dirty="0"/>
              <a:t> (squares can't be negative)</a:t>
            </a:r>
          </a:p>
          <a:p>
            <a:r>
              <a:rPr lang="en-US" b="1" dirty="0"/>
              <a:t>Skewed to the right</a:t>
            </a:r>
            <a:r>
              <a:rPr lang="en-US" dirty="0"/>
              <a:t> (not symmetric like normal)</a:t>
            </a:r>
          </a:p>
          <a:p>
            <a:r>
              <a:rPr lang="en-US" dirty="0"/>
              <a:t>Defined by </a:t>
            </a:r>
            <a:r>
              <a:rPr lang="en-US" b="1" dirty="0"/>
              <a:t>degrees of freedom (</a:t>
            </a:r>
            <a:r>
              <a:rPr lang="en-US" b="1" dirty="0" err="1"/>
              <a:t>df</a:t>
            </a:r>
            <a:r>
              <a:rPr lang="en-US" b="1" dirty="0"/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06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had:</a:t>
            </a:r>
          </a:p>
          <a:p>
            <a:r>
              <a:rPr lang="en-US" b="1" dirty="0"/>
              <a:t>ν = 16</a:t>
            </a:r>
            <a:r>
              <a:rPr lang="en-US" dirty="0"/>
              <a:t> (degrees of freedom = n - p - 1)</a:t>
            </a:r>
          </a:p>
          <a:p>
            <a:r>
              <a:rPr lang="en-US" b="1" dirty="0"/>
              <a:t>σ² = 25</a:t>
            </a:r>
            <a:r>
              <a:rPr lang="en-US" dirty="0"/>
              <a:t> (our estimate from data)</a:t>
            </a:r>
          </a:p>
          <a:p>
            <a:r>
              <a:rPr lang="en-US" dirty="0"/>
              <a:t>We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need to draw a new σ²*</a:t>
            </a:r>
          </a:p>
          <a:p>
            <a:r>
              <a:rPr lang="el-GR" dirty="0"/>
              <a:t>σ²* ~ (ν × σ²) / χ²(ν</a:t>
            </a:r>
            <a:r>
              <a:rPr lang="el-GR" dirty="0" smtClean="0"/>
              <a:t>)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l-GR" dirty="0"/>
              <a:t>σ²</a:t>
            </a:r>
            <a:r>
              <a:rPr lang="el-GR" dirty="0" smtClean="0"/>
              <a:t>*</a:t>
            </a:r>
            <a:r>
              <a:rPr lang="en-US" dirty="0" smtClean="0"/>
              <a:t> can be true </a:t>
            </a:r>
            <a:r>
              <a:rPr lang="en-US" dirty="0" err="1" smtClean="0"/>
              <a:t>value,smaller</a:t>
            </a:r>
            <a:r>
              <a:rPr lang="en-US" dirty="0" smtClean="0"/>
              <a:t> or larger </a:t>
            </a:r>
            <a:r>
              <a:rPr lang="en-US" dirty="0" smtClean="0">
                <a:sym typeface="Wingdings" pitchFamily="2" charset="2"/>
              </a:rPr>
              <a:t> we need  it to follow a distribution –chi squared distribution – that it must be having 95% confidence interval that the values must lie in that range of the distribution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14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 we need to </a:t>
            </a:r>
            <a:r>
              <a:rPr lang="en-US" b="1" dirty="0"/>
              <a:t>draw from χ²(16)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HOW TO "DRAW" A χ²(16) VALUE:</a:t>
            </a:r>
          </a:p>
          <a:p>
            <a:r>
              <a:rPr lang="en-US" dirty="0"/>
              <a:t>For a </a:t>
            </a:r>
            <a:r>
              <a:rPr lang="en-US" b="1" dirty="0"/>
              <a:t>χ² distribution with k degrees of freedom</a:t>
            </a:r>
            <a:r>
              <a:rPr lang="en-US" dirty="0"/>
              <a:t>:</a:t>
            </a:r>
          </a:p>
          <a:p>
            <a:r>
              <a:rPr lang="en-US" b="1" dirty="0"/>
              <a:t>6.91</a:t>
            </a:r>
            <a:r>
              <a:rPr lang="en-US" dirty="0"/>
              <a:t> is the </a:t>
            </a:r>
            <a:r>
              <a:rPr lang="en-US" b="1" dirty="0"/>
              <a:t>2.5th percentile</a:t>
            </a:r>
            <a:r>
              <a:rPr lang="en-US" dirty="0"/>
              <a:t> (α = 0.025)</a:t>
            </a:r>
          </a:p>
          <a:p>
            <a:r>
              <a:rPr lang="en-US" b="1" dirty="0"/>
              <a:t>28.85</a:t>
            </a:r>
            <a:r>
              <a:rPr lang="en-US" dirty="0"/>
              <a:t> is the </a:t>
            </a:r>
            <a:r>
              <a:rPr lang="en-US" b="1" dirty="0"/>
              <a:t>97.5th percentile</a:t>
            </a:r>
            <a:r>
              <a:rPr lang="en-US" dirty="0"/>
              <a:t> (α = 0.975)</a:t>
            </a:r>
          </a:p>
          <a:p>
            <a:endParaRPr lang="en-US" dirty="0"/>
          </a:p>
          <a:p>
            <a:r>
              <a:rPr lang="en-US" dirty="0"/>
              <a:t>For k = 16 degrees of freedom:</a:t>
            </a:r>
          </a:p>
          <a:p>
            <a:r>
              <a:rPr lang="el-GR" dirty="0"/>
              <a:t>P(χ²(16) &lt; 6.91) = 0.025</a:t>
            </a:r>
          </a:p>
          <a:p>
            <a:r>
              <a:rPr lang="el-GR" dirty="0"/>
              <a:t>P(χ²(16) &lt; 28.85) = 0.975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2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/>
              <a:t>qchisq</a:t>
            </a:r>
            <a:r>
              <a:rPr lang="en-US" dirty="0"/>
              <a:t>(0.025, </a:t>
            </a:r>
            <a:r>
              <a:rPr lang="en-US" dirty="0" err="1"/>
              <a:t>df</a:t>
            </a:r>
            <a:r>
              <a:rPr lang="en-US" dirty="0"/>
              <a:t>=16)  # 6.907664</a:t>
            </a:r>
          </a:p>
          <a:p>
            <a:r>
              <a:rPr lang="en-US" dirty="0" err="1"/>
              <a:t>qchisq</a:t>
            </a:r>
            <a:r>
              <a:rPr lang="en-US" dirty="0"/>
              <a:t>(0.975, </a:t>
            </a:r>
            <a:r>
              <a:rPr lang="en-US" dirty="0" err="1"/>
              <a:t>df</a:t>
            </a:r>
            <a:r>
              <a:rPr lang="en-US" dirty="0"/>
              <a:t>=16)  # 28.84535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297"/>
            <a:ext cx="8421688" cy="2820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4597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find variance for m 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n &lt;- </a:t>
            </a:r>
            <a:r>
              <a:rPr lang="en-US" dirty="0" err="1"/>
              <a:t>nrow</a:t>
            </a:r>
            <a:r>
              <a:rPr lang="en-US" dirty="0"/>
              <a:t>(</a:t>
            </a:r>
            <a:r>
              <a:rPr lang="en-US" dirty="0" err="1"/>
              <a:t>complete_cases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p </a:t>
            </a:r>
            <a:r>
              <a:rPr lang="en-US" dirty="0"/>
              <a:t>&lt;- </a:t>
            </a:r>
            <a:r>
              <a:rPr lang="en-US" dirty="0" smtClean="0"/>
              <a:t>3</a:t>
            </a:r>
          </a:p>
          <a:p>
            <a:r>
              <a:rPr lang="en-US" dirty="0" smtClean="0"/>
              <a:t>nu </a:t>
            </a:r>
            <a:r>
              <a:rPr lang="en-US" dirty="0"/>
              <a:t>&lt;- n - p </a:t>
            </a:r>
            <a:r>
              <a:rPr lang="en-US" dirty="0" smtClean="0"/>
              <a:t>– 1</a:t>
            </a:r>
          </a:p>
          <a:p>
            <a:r>
              <a:rPr lang="en-US" dirty="0" smtClean="0"/>
              <a:t>SSE </a:t>
            </a:r>
            <a:r>
              <a:rPr lang="en-US" dirty="0"/>
              <a:t>&lt;- sum(residuals(model)^2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sigma_sq</a:t>
            </a:r>
            <a:r>
              <a:rPr lang="en-US" dirty="0" smtClean="0"/>
              <a:t> </a:t>
            </a:r>
            <a:r>
              <a:rPr lang="en-US" dirty="0"/>
              <a:t>&lt;- SSE / </a:t>
            </a:r>
            <a:r>
              <a:rPr lang="en-US" dirty="0" smtClean="0"/>
              <a:t>nu</a:t>
            </a:r>
          </a:p>
          <a:p>
            <a:r>
              <a:rPr lang="en-US" dirty="0"/>
              <a:t># Calculate 97.5% CI for </a:t>
            </a:r>
            <a:r>
              <a:rPr lang="el-GR" dirty="0" smtClean="0"/>
              <a:t>σ²</a:t>
            </a:r>
            <a:endParaRPr lang="en-US" dirty="0" smtClean="0"/>
          </a:p>
          <a:p>
            <a:r>
              <a:rPr lang="en-US" dirty="0" smtClean="0"/>
              <a:t>alpha </a:t>
            </a:r>
            <a:r>
              <a:rPr lang="en-US" dirty="0"/>
              <a:t>&lt;- 0.025  </a:t>
            </a:r>
            <a:endParaRPr lang="en-US" dirty="0" smtClean="0"/>
          </a:p>
          <a:p>
            <a:r>
              <a:rPr lang="en-US" dirty="0" smtClean="0"/>
              <a:t># </a:t>
            </a:r>
            <a:r>
              <a:rPr lang="en-US" dirty="0"/>
              <a:t>For 97.5% CI, alpha = 0.025 (2.5% in each tail)#We want the 2.5th percentile This is the lower critical value that cuts off 2.5% of left </a:t>
            </a:r>
            <a:endParaRPr lang="en-US" dirty="0" smtClean="0"/>
          </a:p>
          <a:p>
            <a:r>
              <a:rPr lang="en-US" dirty="0" err="1" smtClean="0"/>
              <a:t>tailchi_lower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qchisq</a:t>
            </a:r>
            <a:r>
              <a:rPr lang="en-US" dirty="0"/>
              <a:t>(alpha/2, </a:t>
            </a:r>
            <a:r>
              <a:rPr lang="en-US" dirty="0" err="1"/>
              <a:t>df</a:t>
            </a:r>
            <a:r>
              <a:rPr lang="en-US" dirty="0"/>
              <a:t> = nu</a:t>
            </a:r>
            <a:r>
              <a:rPr lang="en-US" dirty="0" smtClean="0"/>
              <a:t>)</a:t>
            </a:r>
          </a:p>
          <a:p>
            <a:r>
              <a:rPr lang="en-US" dirty="0" smtClean="0"/>
              <a:t>#</a:t>
            </a:r>
            <a:r>
              <a:rPr lang="en-US" dirty="0"/>
              <a:t>We want the 97.5th percentile This is the upper critical value that cuts off 2.5% of right </a:t>
            </a:r>
            <a:endParaRPr lang="en-US" dirty="0" smtClean="0"/>
          </a:p>
          <a:p>
            <a:r>
              <a:rPr lang="en-US" dirty="0" err="1" smtClean="0"/>
              <a:t>tailchi_upper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qchisq</a:t>
            </a:r>
            <a:r>
              <a:rPr lang="en-US" dirty="0"/>
              <a:t>(1 - alpha/2, </a:t>
            </a:r>
            <a:r>
              <a:rPr lang="en-US" dirty="0" err="1"/>
              <a:t>df</a:t>
            </a:r>
            <a:r>
              <a:rPr lang="en-US" dirty="0"/>
              <a:t> = nu</a:t>
            </a:r>
            <a:r>
              <a:rPr lang="en-US" dirty="0" smtClean="0"/>
              <a:t>)</a:t>
            </a:r>
          </a:p>
          <a:p>
            <a:r>
              <a:rPr lang="en-US" dirty="0" smtClean="0"/>
              <a:t>sigma2_lower </a:t>
            </a:r>
            <a:r>
              <a:rPr lang="en-US" dirty="0"/>
              <a:t>&lt;- (nu * </a:t>
            </a:r>
            <a:r>
              <a:rPr lang="en-US" dirty="0" err="1"/>
              <a:t>sigma_sq</a:t>
            </a:r>
            <a:r>
              <a:rPr lang="en-US" dirty="0"/>
              <a:t>) / </a:t>
            </a:r>
            <a:r>
              <a:rPr lang="en-US" dirty="0" err="1" smtClean="0"/>
              <a:t>chi_uppe</a:t>
            </a:r>
            <a:endParaRPr lang="en-US" dirty="0" smtClean="0"/>
          </a:p>
          <a:p>
            <a:r>
              <a:rPr lang="en-US" dirty="0" smtClean="0"/>
              <a:t>rsigma2_upper </a:t>
            </a:r>
            <a:r>
              <a:rPr lang="en-US" dirty="0"/>
              <a:t>&lt;- (nu * </a:t>
            </a:r>
            <a:r>
              <a:rPr lang="en-US" dirty="0" err="1"/>
              <a:t>sigma_sq</a:t>
            </a:r>
            <a:r>
              <a:rPr lang="en-US" dirty="0"/>
              <a:t>) / </a:t>
            </a:r>
            <a:r>
              <a:rPr lang="en-US" dirty="0" err="1"/>
              <a:t>chi_lower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693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METHOD: </a:t>
            </a:r>
            <a:r>
              <a:rPr lang="en-US" b="1" dirty="0"/>
              <a:t>Generate </a:t>
            </a:r>
            <a:r>
              <a:rPr lang="en-US" b="1" u="sng" dirty="0"/>
              <a:t>m</a:t>
            </a:r>
            <a:r>
              <a:rPr lang="en-US" b="1" dirty="0"/>
              <a:t> variances uniformly within </a:t>
            </a:r>
            <a:r>
              <a:rPr lang="en-US" b="1" dirty="0" smtClean="0"/>
              <a:t>CI</a:t>
            </a:r>
          </a:p>
          <a:p>
            <a:r>
              <a:rPr lang="en-US" dirty="0" smtClean="0"/>
              <a:t>variances </a:t>
            </a:r>
            <a:r>
              <a:rPr lang="en-US" dirty="0"/>
              <a:t>&lt;- </a:t>
            </a:r>
            <a:r>
              <a:rPr lang="en-US" dirty="0" err="1"/>
              <a:t>runif</a:t>
            </a:r>
            <a:r>
              <a:rPr lang="en-US" dirty="0"/>
              <a:t>(m, min = sigma2_lower, max = sigma2_upper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variancescat</a:t>
            </a:r>
            <a:r>
              <a:rPr lang="en-US" dirty="0"/>
              <a:t>("=== GENERATED VARIANCES (3 sets) ===\n</a:t>
            </a:r>
            <a:r>
              <a:rPr lang="en-US" dirty="0" smtClean="0"/>
              <a:t>")</a:t>
            </a:r>
          </a:p>
          <a:p>
            <a:r>
              <a:rPr lang="en-US" dirty="0" smtClean="0"/>
              <a:t>for(i </a:t>
            </a:r>
            <a:r>
              <a:rPr lang="en-US" dirty="0"/>
              <a:t>in 1:m) </a:t>
            </a:r>
            <a:endParaRPr lang="en-US" dirty="0" smtClean="0"/>
          </a:p>
          <a:p>
            <a:r>
              <a:rPr lang="en-US" dirty="0" smtClean="0"/>
              <a:t>{  </a:t>
            </a:r>
            <a:r>
              <a:rPr lang="en-US" dirty="0"/>
              <a:t>cat(</a:t>
            </a:r>
            <a:r>
              <a:rPr lang="en-US" dirty="0" err="1"/>
              <a:t>sprintf</a:t>
            </a:r>
            <a:r>
              <a:rPr lang="en-US" dirty="0"/>
              <a:t>("Set %d: </a:t>
            </a:r>
            <a:r>
              <a:rPr lang="el-GR" dirty="0"/>
              <a:t>σ² = %.4</a:t>
            </a:r>
            <a:r>
              <a:rPr lang="en-US" dirty="0"/>
              <a:t>f (</a:t>
            </a:r>
            <a:r>
              <a:rPr lang="el-GR" dirty="0"/>
              <a:t>σ = %.4</a:t>
            </a:r>
            <a:r>
              <a:rPr lang="en-US" dirty="0"/>
              <a:t>f)\n",               i, variances[i], </a:t>
            </a:r>
            <a:r>
              <a:rPr lang="en-US" dirty="0" err="1"/>
              <a:t>sqrt</a:t>
            </a:r>
            <a:r>
              <a:rPr lang="en-US" dirty="0"/>
              <a:t>(variances[i])))</a:t>
            </a:r>
          </a:p>
        </p:txBody>
      </p:sp>
    </p:spTree>
    <p:extLst>
      <p:ext uri="{BB962C8B-B14F-4D97-AF65-F5344CB8AC3E}">
        <p14:creationId xmlns:p14="http://schemas.microsoft.com/office/powerpoint/2010/main" val="1264273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WHY </a:t>
            </a:r>
            <a:r>
              <a:rPr lang="en-US" b="1" dirty="0"/>
              <a:t>THE VALUES VARY:</a:t>
            </a:r>
          </a:p>
          <a:p>
            <a:r>
              <a:rPr lang="en-US" dirty="0"/>
              <a:t>Our draws give:</a:t>
            </a:r>
          </a:p>
          <a:p>
            <a:r>
              <a:rPr lang="en-US" dirty="0"/>
              <a:t>Dataset 1: </a:t>
            </a:r>
            <a:r>
              <a:rPr lang="el-GR" dirty="0"/>
              <a:t>σ²* = 19.5 (σ* = 4.42) — </a:t>
            </a:r>
            <a:r>
              <a:rPr lang="en-US" b="1" dirty="0"/>
              <a:t>less variation</a:t>
            </a:r>
            <a:endParaRPr lang="en-US" dirty="0"/>
          </a:p>
          <a:p>
            <a:r>
              <a:rPr lang="en-US" dirty="0"/>
              <a:t>Dataset 2: </a:t>
            </a:r>
            <a:r>
              <a:rPr lang="el-GR" dirty="0"/>
              <a:t>σ²* = 28.2 (σ* = 5.31) — </a:t>
            </a:r>
            <a:r>
              <a:rPr lang="en-US" b="1" dirty="0"/>
              <a:t>more variation</a:t>
            </a:r>
            <a:endParaRPr lang="en-US" dirty="0"/>
          </a:p>
          <a:p>
            <a:r>
              <a:rPr lang="en-US" dirty="0"/>
              <a:t>Dataset 3: </a:t>
            </a:r>
            <a:r>
              <a:rPr lang="el-GR" dirty="0"/>
              <a:t>σ²* = 22.5 (σ* = 4.74) — </a:t>
            </a:r>
            <a:r>
              <a:rPr lang="en-US" b="1" dirty="0"/>
              <a:t>moderate variation</a:t>
            </a:r>
            <a:endParaRPr lang="en-US" dirty="0"/>
          </a:p>
          <a:p>
            <a:r>
              <a:rPr lang="en-US" dirty="0"/>
              <a:t>This makes sense! We're saying:</a:t>
            </a:r>
          </a:p>
          <a:p>
            <a:r>
              <a:rPr lang="en-US" dirty="0"/>
              <a:t>"Maybe the true variation is smaller (</a:t>
            </a:r>
            <a:r>
              <a:rPr lang="el-GR" dirty="0"/>
              <a:t>σ=4.4)"</a:t>
            </a:r>
          </a:p>
          <a:p>
            <a:r>
              <a:rPr lang="el-GR" dirty="0"/>
              <a:t>"</a:t>
            </a:r>
            <a:r>
              <a:rPr lang="en-US" dirty="0"/>
              <a:t>Or maybe it's larger (</a:t>
            </a:r>
            <a:r>
              <a:rPr lang="el-GR" dirty="0"/>
              <a:t>σ=5.3)"</a:t>
            </a:r>
          </a:p>
          <a:p>
            <a:r>
              <a:rPr lang="el-GR" dirty="0"/>
              <a:t>"</a:t>
            </a:r>
            <a:r>
              <a:rPr lang="en-US" dirty="0"/>
              <a:t>We're not sure, so we'll consider multiple possibilities"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66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Calculate imputed value: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prediction with </a:t>
            </a:r>
            <a:r>
              <a:rPr lang="en-US" dirty="0" smtClean="0"/>
              <a:t>drawn</a:t>
            </a:r>
          </a:p>
          <a:p>
            <a:r>
              <a:rPr lang="en-US" dirty="0" smtClean="0"/>
              <a:t> </a:t>
            </a:r>
            <a:r>
              <a:rPr lang="en-US" dirty="0"/>
              <a:t>β's = 11 + </a:t>
            </a:r>
            <a:r>
              <a:rPr lang="en-US" dirty="0">
                <a:solidFill>
                  <a:srgbClr val="FF0000"/>
                </a:solidFill>
              </a:rPr>
              <a:t>0.19</a:t>
            </a:r>
            <a:r>
              <a:rPr lang="en-US" dirty="0"/>
              <a:t>×118 + (-1.6)×8 + 0.7×72 = 78.4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random error (drawn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from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N(0,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     6²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)) = </a:t>
            </a:r>
            <a:r>
              <a:rPr lang="en-US" dirty="0"/>
              <a:t>-</a:t>
            </a:r>
            <a:r>
              <a:rPr lang="en-US" dirty="0" smtClean="0"/>
              <a:t>2.3</a:t>
            </a:r>
          </a:p>
          <a:p>
            <a:r>
              <a:rPr lang="en-US" dirty="0" smtClean="0"/>
              <a:t>Final </a:t>
            </a:r>
            <a:r>
              <a:rPr lang="en-US" dirty="0"/>
              <a:t>imputed value = 78.4 - 2.3 = </a:t>
            </a:r>
            <a:r>
              <a:rPr lang="en-US" dirty="0" smtClean="0"/>
              <a:t>76.1</a:t>
            </a:r>
          </a:p>
          <a:p>
            <a:r>
              <a:rPr lang="en-US" b="1" dirty="0"/>
              <a:t>Repeat</a:t>
            </a:r>
            <a:r>
              <a:rPr lang="en-US" dirty="0"/>
              <a:t> for all </a:t>
            </a:r>
            <a:r>
              <a:rPr lang="en-US" dirty="0">
                <a:solidFill>
                  <a:srgbClr val="00B050"/>
                </a:solidFill>
              </a:rPr>
              <a:t>missing values </a:t>
            </a:r>
            <a:r>
              <a:rPr lang="en-US" dirty="0"/>
              <a:t>→ </a:t>
            </a:r>
            <a:r>
              <a:rPr lang="en-US" b="1" dirty="0"/>
              <a:t>Dataset 1 complete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81799" y="2743200"/>
            <a:ext cx="7521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prstClr val="black"/>
                </a:solidFill>
              </a:rPr>
              <a:t>σ²=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98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Substep</a:t>
            </a:r>
            <a:r>
              <a:rPr lang="en-US" b="1" dirty="0"/>
              <a:t> 3.3: Impute Each Missing Value Again</a:t>
            </a:r>
          </a:p>
          <a:p>
            <a:r>
              <a:rPr lang="en-US" b="1" dirty="0"/>
              <a:t>Day 2:</a:t>
            </a:r>
            <a:endParaRPr lang="en-US" dirty="0"/>
          </a:p>
          <a:p>
            <a:r>
              <a:rPr lang="en-US" dirty="0"/>
              <a:t>Prediction = 14.1 + 0.16×118 + (-1.1)×8 + 0.65×72</a:t>
            </a:r>
          </a:p>
          <a:p>
            <a:r>
              <a:rPr lang="en-US" dirty="0"/>
              <a:t>           = 14.1 + 18.88 - 8.8 + 46.8</a:t>
            </a:r>
          </a:p>
          <a:p>
            <a:r>
              <a:rPr lang="en-US" dirty="0"/>
              <a:t>           = 70.98</a:t>
            </a:r>
          </a:p>
          <a:p>
            <a:endParaRPr lang="en-US" dirty="0"/>
          </a:p>
          <a:p>
            <a:r>
              <a:rPr lang="en-US" dirty="0"/>
              <a:t>Random error: e = -1.5</a:t>
            </a:r>
          </a:p>
          <a:p>
            <a:endParaRPr lang="en-US" dirty="0"/>
          </a:p>
          <a:p>
            <a:r>
              <a:rPr lang="en-US" dirty="0"/>
              <a:t>Imputed = 70.98 - 1.5 = 69.48 ≈ 69</a:t>
            </a:r>
          </a:p>
        </p:txBody>
      </p:sp>
    </p:spTree>
    <p:extLst>
      <p:ext uri="{BB962C8B-B14F-4D97-AF65-F5344CB8AC3E}">
        <p14:creationId xmlns:p14="http://schemas.microsoft.com/office/powerpoint/2010/main" val="1867031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Day 3</a:t>
            </a:r>
            <a:r>
              <a:rPr lang="en-US" b="1" dirty="0" smtClean="0"/>
              <a:t>:</a:t>
            </a:r>
          </a:p>
          <a:p>
            <a:r>
              <a:rPr lang="en-US" dirty="0"/>
              <a:t>Prediction = 14.1 + 0.16×149 + (-1.1)×12.6 + 0.65×74</a:t>
            </a:r>
          </a:p>
          <a:p>
            <a:r>
              <a:rPr lang="en-US" dirty="0"/>
              <a:t>           = 14.1 + 23.84 - 13.86 + 48.1</a:t>
            </a:r>
          </a:p>
          <a:p>
            <a:r>
              <a:rPr lang="en-US" dirty="0"/>
              <a:t>           = 72.18</a:t>
            </a:r>
          </a:p>
          <a:p>
            <a:endParaRPr lang="en-US" dirty="0"/>
          </a:p>
          <a:p>
            <a:r>
              <a:rPr lang="en-US" dirty="0"/>
              <a:t>Random error: e = 1.8</a:t>
            </a:r>
          </a:p>
          <a:p>
            <a:endParaRPr lang="en-US" dirty="0"/>
          </a:p>
          <a:p>
            <a:r>
              <a:rPr lang="en-US" dirty="0"/>
              <a:t>Imputed = 72.18 + 1.8 = 73.98 ≈ </a:t>
            </a:r>
            <a:r>
              <a:rPr lang="en-US" dirty="0" smtClean="0"/>
              <a:t>74</a:t>
            </a:r>
          </a:p>
          <a:p>
            <a:r>
              <a:rPr lang="en-US" b="1" dirty="0"/>
              <a:t>Dataset 2 Complete:</a:t>
            </a:r>
            <a:endParaRPr lang="en-US" dirty="0"/>
          </a:p>
          <a:p>
            <a:r>
              <a:rPr lang="en-US" dirty="0"/>
              <a:t>Day 2 Ozone = 69</a:t>
            </a:r>
          </a:p>
          <a:p>
            <a:r>
              <a:rPr lang="en-US" dirty="0"/>
              <a:t>Day 3 Ozone = 74</a:t>
            </a:r>
          </a:p>
          <a:p>
            <a:r>
              <a:rPr lang="en-US" dirty="0" smtClean="0"/>
              <a:t>Do the same for dataset 3 also</a:t>
            </a:r>
          </a:p>
          <a:p>
            <a:r>
              <a:rPr lang="en-US" b="1" dirty="0"/>
              <a:t>You don't choose "the best" dataset</a:t>
            </a:r>
            <a:r>
              <a:rPr lang="en-US" dirty="0"/>
              <a:t> — you use </a:t>
            </a:r>
            <a:r>
              <a:rPr lang="en-US" b="1" dirty="0"/>
              <a:t>all of them</a:t>
            </a:r>
            <a:r>
              <a:rPr lang="en-US" dirty="0"/>
              <a:t> to get an honest answer that says: "Given the missing data, here's our best estimate ± appropriate uncertainty."</a:t>
            </a:r>
          </a:p>
        </p:txBody>
      </p:sp>
    </p:spTree>
    <p:extLst>
      <p:ext uri="{BB962C8B-B14F-4D97-AF65-F5344CB8AC3E}">
        <p14:creationId xmlns:p14="http://schemas.microsoft.com/office/powerpoint/2010/main" val="1188936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1: Create m Imputed Datasets ✓</a:t>
            </a:r>
          </a:p>
          <a:p>
            <a:pPr lvl="1"/>
            <a:r>
              <a:rPr lang="en-US" dirty="0"/>
              <a:t>You fill in missing values m different ways → </a:t>
            </a:r>
            <a:r>
              <a:rPr lang="en-US" b="1" dirty="0"/>
              <a:t>m complete datasets</a:t>
            </a:r>
            <a:endParaRPr lang="en-US" dirty="0"/>
          </a:p>
          <a:p>
            <a:r>
              <a:rPr lang="en-US" b="1" dirty="0"/>
              <a:t>Step 2: Analyze EACH Dataset ✓</a:t>
            </a:r>
          </a:p>
          <a:p>
            <a:pPr lvl="1"/>
            <a:r>
              <a:rPr lang="en-US" dirty="0"/>
              <a:t>Run regression on each dataset → Get </a:t>
            </a:r>
            <a:r>
              <a:rPr lang="en-US" b="1" dirty="0"/>
              <a:t>m sets of parameters</a:t>
            </a:r>
            <a:endParaRPr lang="en-US" dirty="0"/>
          </a:p>
          <a:p>
            <a:r>
              <a:rPr lang="en-US" b="1" dirty="0"/>
              <a:t>Step 3: POOL the Parameters ✓</a:t>
            </a:r>
          </a:p>
          <a:p>
            <a:pPr lvl="1"/>
            <a:r>
              <a:rPr lang="en-US" dirty="0"/>
              <a:t>Combine the m parameter sets → Get </a:t>
            </a:r>
            <a:r>
              <a:rPr lang="en-US" b="1" dirty="0"/>
              <a:t>ONE set of pooled parameters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88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Pooling in Multiple Imputation: The Why and How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Pooling?</a:t>
            </a:r>
          </a:p>
          <a:p>
            <a:r>
              <a:rPr lang="en-US" b="1" dirty="0"/>
              <a:t>Pooling</a:t>
            </a:r>
            <a:r>
              <a:rPr lang="en-US" dirty="0"/>
              <a:t> is the statistical process of combining results from multiple imputed datasets to produce a </a:t>
            </a:r>
            <a:r>
              <a:rPr lang="en-US" b="1" dirty="0"/>
              <a:t>single set of estimates</a:t>
            </a:r>
            <a:r>
              <a:rPr lang="en-US" dirty="0"/>
              <a:t> that properly accounts for the uncertainty introduced by missing data</a:t>
            </a:r>
            <a:r>
              <a:rPr lang="en-US" dirty="0" smtClean="0"/>
              <a:t>.</a:t>
            </a:r>
          </a:p>
          <a:p>
            <a:r>
              <a:rPr lang="en-US" b="1" dirty="0"/>
              <a:t>Without Pooling: You'd report 3 different results (confusing!)</a:t>
            </a:r>
          </a:p>
          <a:p>
            <a:r>
              <a:rPr lang="en-US" b="1" dirty="0"/>
              <a:t>With Pooling: You report 1 combined result with proper uncertainty</a:t>
            </a:r>
          </a:p>
          <a:p>
            <a:endParaRPr lang="en-US" dirty="0"/>
          </a:p>
          <a:p>
            <a:r>
              <a:rPr lang="en-US" b="1" dirty="0"/>
              <a:t>Analogy:</a:t>
            </a:r>
          </a:p>
          <a:p>
            <a:r>
              <a:rPr lang="en-US" dirty="0"/>
              <a:t>Imagine you're trying to estimate the average height in a population, but some people didn't show up for measurement.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Take </a:t>
            </a:r>
            <a:r>
              <a:rPr lang="en-US" b="1" dirty="0"/>
              <a:t>m different educated guesses</a:t>
            </a:r>
            <a:r>
              <a:rPr lang="en-US" dirty="0"/>
              <a:t> about the missing heights</a:t>
            </a:r>
          </a:p>
          <a:p>
            <a:r>
              <a:rPr lang="en-US" dirty="0"/>
              <a:t>Create </a:t>
            </a:r>
            <a:r>
              <a:rPr lang="en-US" b="1" dirty="0"/>
              <a:t>m complete datasets</a:t>
            </a:r>
            <a:endParaRPr lang="en-US" dirty="0"/>
          </a:p>
          <a:p>
            <a:r>
              <a:rPr lang="en-US" dirty="0"/>
              <a:t>Calculate the average height for </a:t>
            </a:r>
            <a:r>
              <a:rPr lang="en-US" b="1" dirty="0"/>
              <a:t>each dataset</a:t>
            </a:r>
            <a:endParaRPr lang="en-US" dirty="0"/>
          </a:p>
          <a:p>
            <a:r>
              <a:rPr lang="en-US" b="1" dirty="0"/>
              <a:t>Combine</a:t>
            </a:r>
            <a:r>
              <a:rPr lang="en-US" dirty="0"/>
              <a:t> these m averages into one final estimate</a:t>
            </a:r>
          </a:p>
          <a:p>
            <a:r>
              <a:rPr lang="en-US" b="1" dirty="0"/>
              <a:t>Pooling is step 4</a:t>
            </a:r>
            <a:r>
              <a:rPr lang="en-US" dirty="0"/>
              <a:t> - it's how we combine those m different estimates.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86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1: Gather Results from All Datasets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</a:t>
            </a:r>
            <a:r>
              <a:rPr lang="en-US" dirty="0"/>
              <a:t>take each of the 3 completed datasets you created and run the same analysis (regression) on each one.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save:</a:t>
            </a:r>
          </a:p>
          <a:p>
            <a:r>
              <a:rPr lang="en-US" dirty="0"/>
              <a:t>The </a:t>
            </a:r>
            <a:r>
              <a:rPr lang="en-US" b="1" dirty="0"/>
              <a:t>coefficients</a:t>
            </a:r>
            <a:r>
              <a:rPr lang="en-US" dirty="0"/>
              <a:t> (slopes) from each regression</a:t>
            </a:r>
          </a:p>
          <a:p>
            <a:r>
              <a:rPr lang="en-US" dirty="0"/>
              <a:t>The </a:t>
            </a:r>
            <a:r>
              <a:rPr lang="en-US" b="1" dirty="0"/>
              <a:t>standard errors</a:t>
            </a:r>
            <a:r>
              <a:rPr lang="en-US" dirty="0"/>
              <a:t> (measure of uncertainty) from each regression</a:t>
            </a:r>
          </a:p>
          <a:p>
            <a:r>
              <a:rPr lang="en-US" dirty="0"/>
              <a:t>This gives us </a:t>
            </a:r>
            <a:r>
              <a:rPr lang="en-US" b="1" dirty="0"/>
              <a:t>3 sets of answers</a:t>
            </a:r>
            <a:r>
              <a:rPr lang="en-US" dirty="0"/>
              <a:t> to the same question.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52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" y="-135963"/>
            <a:ext cx="505777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20" y="467216"/>
            <a:ext cx="4413868" cy="2492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" y="3124200"/>
            <a:ext cx="5859463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9839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2: Apply Rubin's Rules for Each Parameter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A. Calculate the average estimate (Q̄):</a:t>
            </a:r>
            <a:endParaRPr lang="en-US" dirty="0"/>
          </a:p>
          <a:p>
            <a:r>
              <a:rPr lang="en-US" dirty="0"/>
              <a:t>Take the 3 estimates from the 3 datasets</a:t>
            </a:r>
          </a:p>
          <a:p>
            <a:r>
              <a:rPr lang="en-US" dirty="0"/>
              <a:t>Average them → This becomes our </a:t>
            </a:r>
            <a:r>
              <a:rPr lang="en-US" b="1" dirty="0"/>
              <a:t>final best guess</a:t>
            </a:r>
            <a:endParaRPr lang="en-US" dirty="0"/>
          </a:p>
          <a:p>
            <a:r>
              <a:rPr lang="en-US" b="1" dirty="0"/>
              <a:t>B. Calculate "within" variance (Ū):</a:t>
            </a:r>
            <a:endParaRPr lang="en-US" dirty="0"/>
          </a:p>
          <a:p>
            <a:r>
              <a:rPr lang="en-US" dirty="0"/>
              <a:t>Square each standard error (SE² = variance)</a:t>
            </a:r>
          </a:p>
          <a:p>
            <a:r>
              <a:rPr lang="en-US" dirty="0"/>
              <a:t>Average these variances</a:t>
            </a:r>
          </a:p>
          <a:p>
            <a:r>
              <a:rPr lang="en-US" dirty="0"/>
              <a:t>This measures: </a:t>
            </a:r>
            <a:r>
              <a:rPr lang="en-US" b="1" dirty="0"/>
              <a:t>How uncertain are we even with complete data?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10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5" y="381000"/>
            <a:ext cx="9121073" cy="3281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221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C. Calculate "between" variance (B):</a:t>
            </a:r>
            <a:endParaRPr lang="en-US" dirty="0"/>
          </a:p>
          <a:p>
            <a:r>
              <a:rPr lang="en-US" dirty="0"/>
              <a:t>Look at how much the 3 estimates differ from their average</a:t>
            </a:r>
          </a:p>
          <a:p>
            <a:r>
              <a:rPr lang="en-US" dirty="0"/>
              <a:t>Calculate the variance of these 3 estimates</a:t>
            </a:r>
          </a:p>
          <a:p>
            <a:r>
              <a:rPr lang="en-US" dirty="0"/>
              <a:t>This measures: </a:t>
            </a:r>
            <a:r>
              <a:rPr lang="en-US" b="1" dirty="0"/>
              <a:t>How much does our answer change depending on how we filled in missing values?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08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8330751" cy="4313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986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D. Combine uncertainties (T):</a:t>
            </a:r>
            <a:endParaRPr lang="en-US" dirty="0"/>
          </a:p>
          <a:p>
            <a:r>
              <a:rPr lang="en-US" dirty="0"/>
              <a:t>Total variance = Within variance + (1 + 1/3) × Between variance</a:t>
            </a:r>
          </a:p>
          <a:p>
            <a:r>
              <a:rPr lang="en-US" dirty="0"/>
              <a:t>The (1 + 1/3) factor says: "Between variance itself is uncertain because we only did 3 imputations"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83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Do this for all parameters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5314950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828800"/>
            <a:ext cx="46005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969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1000"/>
            <a:ext cx="504825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599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1. Point estimate (Q̄) = (-68.60 - 86.64 - 75.54)/3 = -230.78/3 = -76.93</a:t>
            </a:r>
          </a:p>
          <a:p>
            <a:endParaRPr lang="en-US" dirty="0"/>
          </a:p>
          <a:p>
            <a:r>
              <a:rPr lang="en-US" dirty="0"/>
              <a:t>2. Within variance (Ū):</a:t>
            </a:r>
          </a:p>
          <a:p>
            <a:r>
              <a:rPr lang="en-US" dirty="0"/>
              <a:t>   Variances = SE² = [506.25, 576.00, 475.24]</a:t>
            </a:r>
          </a:p>
          <a:p>
            <a:r>
              <a:rPr lang="en-US" dirty="0"/>
              <a:t>   Ū = (506.25 + 576.00 + 475.24)/3 = 1557.49/3 = 519.16</a:t>
            </a:r>
          </a:p>
          <a:p>
            <a:endParaRPr lang="en-US" dirty="0"/>
          </a:p>
          <a:p>
            <a:r>
              <a:rPr lang="en-US" dirty="0"/>
              <a:t>3. Between variance (B):</a:t>
            </a:r>
          </a:p>
          <a:p>
            <a:r>
              <a:rPr lang="en-US" dirty="0"/>
              <a:t>   Deviations: [-68.60 - (-76.93) = 8.33,</a:t>
            </a:r>
          </a:p>
          <a:p>
            <a:r>
              <a:rPr lang="en-US" dirty="0"/>
              <a:t>                -86.64 - (-76.93) = -9.71,</a:t>
            </a:r>
          </a:p>
          <a:p>
            <a:r>
              <a:rPr lang="en-US" dirty="0"/>
              <a:t>                -75.54 - (-76.93) = 1.39]</a:t>
            </a:r>
          </a:p>
          <a:p>
            <a:r>
              <a:rPr lang="en-US" dirty="0"/>
              <a:t>   Squared: [69.39, 94.28, 1.93]</a:t>
            </a:r>
          </a:p>
          <a:p>
            <a:r>
              <a:rPr lang="en-US" dirty="0"/>
              <a:t>   Sum = 165.60</a:t>
            </a:r>
          </a:p>
          <a:p>
            <a:r>
              <a:rPr lang="en-US" dirty="0"/>
              <a:t>   B = 165.60/(3-1) = 82.80</a:t>
            </a:r>
          </a:p>
          <a:p>
            <a:endParaRPr lang="en-US" dirty="0"/>
          </a:p>
          <a:p>
            <a:r>
              <a:rPr lang="en-US" dirty="0"/>
              <a:t>4. Total variance (T):</a:t>
            </a:r>
          </a:p>
          <a:p>
            <a:r>
              <a:rPr lang="en-US" dirty="0"/>
              <a:t>   T = Ū + (1 + 1/3) × B = 519.16 + 1.333 × 82.80</a:t>
            </a:r>
          </a:p>
          <a:p>
            <a:r>
              <a:rPr lang="en-US" dirty="0"/>
              <a:t>     = 519.16 + 110.40 = 629.56</a:t>
            </a:r>
          </a:p>
          <a:p>
            <a:endParaRPr lang="en-US" dirty="0"/>
          </a:p>
          <a:p>
            <a:r>
              <a:rPr lang="en-US" b="1" dirty="0"/>
              <a:t>5. Pooled SE:</a:t>
            </a:r>
          </a:p>
          <a:p>
            <a:r>
              <a:rPr lang="en-US" b="1" dirty="0"/>
              <a:t>   </a:t>
            </a:r>
            <a:r>
              <a:rPr lang="en-US" b="1" dirty="0" err="1"/>
              <a:t>SE_pooled</a:t>
            </a:r>
            <a:r>
              <a:rPr lang="en-US" b="1" dirty="0"/>
              <a:t> = √629.56 = 25.09</a:t>
            </a:r>
          </a:p>
        </p:txBody>
      </p:sp>
    </p:spTree>
    <p:extLst>
      <p:ext uri="{BB962C8B-B14F-4D97-AF65-F5344CB8AC3E}">
        <p14:creationId xmlns:p14="http://schemas.microsoft.com/office/powerpoint/2010/main" val="190639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/>
              <a:t>95% CI:</a:t>
            </a:r>
            <a:r>
              <a:rPr lang="en-US" dirty="0"/>
              <a:t> </a:t>
            </a:r>
            <a:r>
              <a:rPr lang="en-US" b="1" dirty="0"/>
              <a:t>(-126.11, -27.75</a:t>
            </a:r>
            <a:r>
              <a:rPr lang="en-US" b="1" dirty="0" smtClean="0"/>
              <a:t>)</a:t>
            </a:r>
          </a:p>
          <a:p>
            <a:r>
              <a:rPr lang="en-US" b="1" dirty="0"/>
              <a:t>INTERPRETATION OF EACH CI:</a:t>
            </a:r>
          </a:p>
          <a:p>
            <a:r>
              <a:rPr lang="en-US" b="1" dirty="0"/>
              <a:t>Intercept (-126.11, -27.75):</a:t>
            </a:r>
          </a:p>
          <a:p>
            <a:r>
              <a:rPr lang="en-US" dirty="0"/>
              <a:t>We're 95% confident the </a:t>
            </a:r>
            <a:r>
              <a:rPr lang="en-US" b="1" dirty="0"/>
              <a:t>true intercept</a:t>
            </a:r>
            <a:r>
              <a:rPr lang="en-US" dirty="0"/>
              <a:t> (predicted Ozone when </a:t>
            </a:r>
            <a:r>
              <a:rPr lang="en-US" dirty="0" err="1"/>
              <a:t>Solar.R</a:t>
            </a:r>
            <a:r>
              <a:rPr lang="en-US" dirty="0"/>
              <a:t>=0, Wind=0, Temp=0) is between -126.11 and -27.75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" y="-228601"/>
            <a:ext cx="8673489" cy="4019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9864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95% CI Calculation for Each Parameter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663700"/>
            <a:ext cx="8612187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561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1.96 × 0.0242 = 0.047432 ≈ 0.0474</a:t>
            </a:r>
          </a:p>
          <a:p>
            <a:r>
              <a:rPr lang="en-US" dirty="0"/>
              <a:t>0.0573 - 0.0474 = 0.0099</a:t>
            </a:r>
          </a:p>
          <a:p>
            <a:r>
              <a:rPr lang="en-US" dirty="0"/>
              <a:t>0.0573 + 0.0474 = </a:t>
            </a:r>
            <a:r>
              <a:rPr lang="en-US" dirty="0" smtClean="0"/>
              <a:t>0.1047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err="1"/>
              <a:t>Solar.R</a:t>
            </a:r>
            <a:r>
              <a:rPr lang="en-US" b="1" dirty="0"/>
              <a:t> (0.0099, 0.1047):</a:t>
            </a:r>
          </a:p>
          <a:p>
            <a:r>
              <a:rPr lang="en-US" dirty="0"/>
              <a:t>Each 1-unit increase in </a:t>
            </a:r>
            <a:r>
              <a:rPr lang="en-US" dirty="0" err="1"/>
              <a:t>Solar.R</a:t>
            </a:r>
            <a:r>
              <a:rPr lang="en-US" dirty="0"/>
              <a:t> increases Ozone by </a:t>
            </a:r>
            <a:r>
              <a:rPr lang="en-US" b="1" dirty="0"/>
              <a:t>0.01 to 0.10 units</a:t>
            </a:r>
            <a:endParaRPr lang="en-US" dirty="0"/>
          </a:p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05000"/>
            <a:ext cx="4295775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684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WIND Pooling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382000" cy="536416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Q = [-3.431, -2.914, -2.816</a:t>
            </a:r>
            <a:r>
              <a:rPr lang="en-US" dirty="0" smtClean="0"/>
              <a:t>]</a:t>
            </a:r>
          </a:p>
          <a:p>
            <a:r>
              <a:rPr lang="en-US" dirty="0" smtClean="0"/>
              <a:t>Err</a:t>
            </a:r>
          </a:p>
          <a:p>
            <a:r>
              <a:rPr lang="en-US" dirty="0"/>
              <a:t>SE = [0.65, 0.70, 0.68</a:t>
            </a:r>
            <a:r>
              <a:rPr lang="en-US" dirty="0" smtClean="0"/>
              <a:t>]</a:t>
            </a:r>
          </a:p>
          <a:p>
            <a:r>
              <a:rPr lang="en-US" dirty="0"/>
              <a:t>1. Q̄ = (-3.431 - 2.914 - 2.816)/3 = -9.161/3 = -3.054</a:t>
            </a:r>
          </a:p>
          <a:p>
            <a:endParaRPr lang="en-US" dirty="0"/>
          </a:p>
          <a:p>
            <a:r>
              <a:rPr lang="en-US" dirty="0"/>
              <a:t>2. Ū:</a:t>
            </a:r>
          </a:p>
          <a:p>
            <a:r>
              <a:rPr lang="en-US" dirty="0"/>
              <a:t>   Variances = [0.4225, 0.4900, 0.4624]</a:t>
            </a:r>
          </a:p>
          <a:p>
            <a:r>
              <a:rPr lang="en-US" dirty="0"/>
              <a:t>   Ū = (0.4225 + 0.4900 + 0.4624)/3 = 1.3749/3 = 0.4583</a:t>
            </a:r>
          </a:p>
          <a:p>
            <a:endParaRPr lang="en-US" dirty="0"/>
          </a:p>
          <a:p>
            <a:r>
              <a:rPr lang="en-US" dirty="0"/>
              <a:t>3. B:</a:t>
            </a:r>
          </a:p>
          <a:p>
            <a:r>
              <a:rPr lang="en-US" dirty="0"/>
              <a:t>   Deviations: [-3.431 - (-3.054) = -0.377,</a:t>
            </a:r>
          </a:p>
          <a:p>
            <a:r>
              <a:rPr lang="en-US" dirty="0"/>
              <a:t>                -2.914 - (-3.054) = 0.140,</a:t>
            </a:r>
          </a:p>
          <a:p>
            <a:r>
              <a:rPr lang="en-US" dirty="0"/>
              <a:t>                -2.816 - (-3.054) = 0.238]</a:t>
            </a:r>
          </a:p>
          <a:p>
            <a:r>
              <a:rPr lang="en-US" dirty="0"/>
              <a:t>   Squared: [0.1421, 0.0196, 0.0566]</a:t>
            </a:r>
          </a:p>
          <a:p>
            <a:r>
              <a:rPr lang="en-US" dirty="0"/>
              <a:t>   Sum = 0.2183</a:t>
            </a:r>
          </a:p>
          <a:p>
            <a:r>
              <a:rPr lang="en-US" dirty="0"/>
              <a:t>   B = 0.2183/2 = 0.1092</a:t>
            </a:r>
          </a:p>
          <a:p>
            <a:endParaRPr lang="en-US" dirty="0"/>
          </a:p>
          <a:p>
            <a:r>
              <a:rPr lang="en-US" dirty="0"/>
              <a:t>4. T:</a:t>
            </a:r>
          </a:p>
          <a:p>
            <a:r>
              <a:rPr lang="en-US" dirty="0"/>
              <a:t>   T = 0.4583 + 1.333 × 0.1092 = 0.4583 + 0.1456 = 0.6039</a:t>
            </a:r>
          </a:p>
          <a:p>
            <a:endParaRPr lang="en-US" dirty="0"/>
          </a:p>
          <a:p>
            <a:r>
              <a:rPr lang="en-US" dirty="0"/>
              <a:t>5. </a:t>
            </a:r>
            <a:r>
              <a:rPr lang="en-US" dirty="0" err="1"/>
              <a:t>SE_pooled</a:t>
            </a:r>
            <a:r>
              <a:rPr lang="en-US" dirty="0"/>
              <a:t> = √0.6039 = 0.777</a:t>
            </a:r>
          </a:p>
        </p:txBody>
      </p:sp>
    </p:spTree>
    <p:extLst>
      <p:ext uri="{BB962C8B-B14F-4D97-AF65-F5344CB8AC3E}">
        <p14:creationId xmlns:p14="http://schemas.microsoft.com/office/powerpoint/2010/main" val="3350861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1.96 × 0.777 = 1.52292 ≈ 1.523</a:t>
            </a:r>
          </a:p>
          <a:p>
            <a:r>
              <a:rPr lang="en-US" dirty="0"/>
              <a:t>-3.054 - 1.523 = -4.577</a:t>
            </a:r>
          </a:p>
          <a:p>
            <a:r>
              <a:rPr lang="en-US" dirty="0"/>
              <a:t>-</a:t>
            </a:r>
            <a:r>
              <a:rPr lang="en-US" dirty="0" smtClean="0"/>
              <a:t>3.054 </a:t>
            </a:r>
            <a:r>
              <a:rPr lang="en-US" dirty="0"/>
              <a:t>+ 1.523 = -</a:t>
            </a:r>
            <a:r>
              <a:rPr lang="en-US" dirty="0" smtClean="0"/>
              <a:t>1.531</a:t>
            </a:r>
          </a:p>
          <a:p>
            <a:endParaRPr lang="en-US" dirty="0"/>
          </a:p>
          <a:p>
            <a:r>
              <a:rPr lang="en-US" b="1" dirty="0"/>
              <a:t>95% CI:</a:t>
            </a:r>
            <a:r>
              <a:rPr lang="en-US" dirty="0"/>
              <a:t> </a:t>
            </a:r>
            <a:r>
              <a:rPr lang="en-US" b="1" dirty="0"/>
              <a:t>(-4.577, -1.531)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68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TEMP Pooling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 = [1.766, 2.076, 1.764]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442912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445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1. </a:t>
            </a:r>
            <a:r>
              <a:rPr lang="en-US" b="1" dirty="0"/>
              <a:t>Q̄ = (1.766 + 2.076 + 1.764)/3 = 5.606/3 = 1.869</a:t>
            </a:r>
          </a:p>
          <a:p>
            <a:endParaRPr lang="en-US" dirty="0"/>
          </a:p>
          <a:p>
            <a:r>
              <a:rPr lang="en-US" dirty="0"/>
              <a:t>2. Ū:</a:t>
            </a:r>
          </a:p>
          <a:p>
            <a:r>
              <a:rPr lang="en-US" dirty="0"/>
              <a:t>   Variances = [0.0625, 0.0729, 0.0676]</a:t>
            </a:r>
          </a:p>
          <a:p>
            <a:r>
              <a:rPr lang="en-US" dirty="0"/>
              <a:t>   Ū = (0.0625 + 0.0729 + 0.0676)/3 = 0.2030/3 = 0.0677</a:t>
            </a:r>
          </a:p>
          <a:p>
            <a:endParaRPr lang="en-US" dirty="0"/>
          </a:p>
          <a:p>
            <a:r>
              <a:rPr lang="en-US" dirty="0"/>
              <a:t>3. B:</a:t>
            </a:r>
          </a:p>
          <a:p>
            <a:r>
              <a:rPr lang="en-US" dirty="0"/>
              <a:t>   Deviations: [1.766 - 1.869 = -0.103,</a:t>
            </a:r>
          </a:p>
          <a:p>
            <a:r>
              <a:rPr lang="en-US" dirty="0"/>
              <a:t>                2.076 - 1.869 = 0.207,</a:t>
            </a:r>
          </a:p>
          <a:p>
            <a:r>
              <a:rPr lang="en-US" dirty="0"/>
              <a:t>                1.764 - 1.869 = -0.105]</a:t>
            </a:r>
          </a:p>
          <a:p>
            <a:r>
              <a:rPr lang="en-US" dirty="0"/>
              <a:t>   Squared: [0.0106, 0.0428, 0.0110]</a:t>
            </a:r>
          </a:p>
          <a:p>
            <a:r>
              <a:rPr lang="en-US" dirty="0"/>
              <a:t>   Sum = 0.0644</a:t>
            </a:r>
          </a:p>
          <a:p>
            <a:r>
              <a:rPr lang="en-US" dirty="0"/>
              <a:t>   B = 0.0644/2 = 0.0322</a:t>
            </a:r>
          </a:p>
          <a:p>
            <a:endParaRPr lang="en-US" dirty="0"/>
          </a:p>
          <a:p>
            <a:r>
              <a:rPr lang="en-US" dirty="0"/>
              <a:t>4. T:</a:t>
            </a:r>
          </a:p>
          <a:p>
            <a:r>
              <a:rPr lang="en-US" dirty="0"/>
              <a:t>   T = 0.0677 + 1.333 × 0.0322 = 0.0677 + 0.0429 = 0.1106</a:t>
            </a:r>
          </a:p>
          <a:p>
            <a:endParaRPr lang="en-US" dirty="0"/>
          </a:p>
          <a:p>
            <a:r>
              <a:rPr lang="en-US" dirty="0"/>
              <a:t>5. </a:t>
            </a:r>
            <a:r>
              <a:rPr lang="en-US" b="1" dirty="0" err="1"/>
              <a:t>SE_pooled</a:t>
            </a:r>
            <a:r>
              <a:rPr lang="en-US" b="1" dirty="0"/>
              <a:t> = √0.1106 = 0.333</a:t>
            </a:r>
          </a:p>
        </p:txBody>
      </p:sp>
    </p:spTree>
    <p:extLst>
      <p:ext uri="{BB962C8B-B14F-4D97-AF65-F5344CB8AC3E}">
        <p14:creationId xmlns:p14="http://schemas.microsoft.com/office/powerpoint/2010/main" val="607621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1.96 × 0.333 = 0.65268 ≈ 0.653</a:t>
            </a:r>
          </a:p>
          <a:p>
            <a:r>
              <a:rPr lang="en-US" dirty="0"/>
              <a:t>1.869 - 0.653 = 1.216</a:t>
            </a:r>
          </a:p>
          <a:p>
            <a:r>
              <a:rPr lang="en-US" dirty="0"/>
              <a:t>1.869 + 0.653 = </a:t>
            </a:r>
            <a:r>
              <a:rPr lang="en-US" dirty="0" smtClean="0"/>
              <a:t>2.522</a:t>
            </a:r>
          </a:p>
          <a:p>
            <a:endParaRPr lang="en-US" dirty="0"/>
          </a:p>
          <a:p>
            <a:r>
              <a:rPr lang="en-US" b="1" dirty="0"/>
              <a:t>95% CI:</a:t>
            </a:r>
            <a:r>
              <a:rPr lang="en-US" dirty="0"/>
              <a:t> </a:t>
            </a:r>
            <a:r>
              <a:rPr lang="en-US" b="1" dirty="0"/>
              <a:t>(1.216, 2.522)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050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14372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3906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E. Calculate final standard error:</a:t>
            </a:r>
            <a:endParaRPr lang="en-US" dirty="0"/>
          </a:p>
          <a:p>
            <a:r>
              <a:rPr lang="en-US" dirty="0"/>
              <a:t>Square root of total variance → Back to original units</a:t>
            </a:r>
          </a:p>
          <a:p>
            <a:r>
              <a:rPr lang="en-US" dirty="0"/>
              <a:t>This is our </a:t>
            </a:r>
            <a:r>
              <a:rPr lang="en-US" b="1" dirty="0"/>
              <a:t>honest uncertainty</a:t>
            </a:r>
            <a:r>
              <a:rPr lang="en-US" dirty="0"/>
              <a:t> accounting for both sampling error AND imputation uncertainty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630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4: Calculate Confidence Intervals</a:t>
            </a:r>
          </a:p>
          <a:p>
            <a:r>
              <a:rPr lang="en-US" dirty="0"/>
              <a:t>For each parameter:</a:t>
            </a:r>
          </a:p>
          <a:p>
            <a:r>
              <a:rPr lang="en-US" b="1" dirty="0"/>
              <a:t>Lower bound</a:t>
            </a:r>
            <a:r>
              <a:rPr lang="en-US" dirty="0"/>
              <a:t> = Estimate - (1.96 × Standard Error)</a:t>
            </a:r>
          </a:p>
          <a:p>
            <a:r>
              <a:rPr lang="en-US" b="1" dirty="0"/>
              <a:t>Upper bound</a:t>
            </a:r>
            <a:r>
              <a:rPr lang="en-US" dirty="0"/>
              <a:t> = Estimate + (1.96 × Standard Error)</a:t>
            </a:r>
          </a:p>
          <a:p>
            <a:r>
              <a:rPr lang="en-US" dirty="0"/>
              <a:t>This gives us a </a:t>
            </a:r>
            <a:r>
              <a:rPr lang="en-US" b="1" dirty="0"/>
              <a:t>95% confidence interval</a:t>
            </a:r>
            <a:r>
              <a:rPr lang="en-US" dirty="0"/>
              <a:t>: "We're 95% confident the true value is in this range"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6634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This Accomplishes:</a:t>
            </a:r>
          </a:p>
          <a:p>
            <a:r>
              <a:rPr lang="en-US" b="1" dirty="0"/>
              <a:t>Without pooling:</a:t>
            </a:r>
            <a:r>
              <a:rPr lang="en-US" dirty="0"/>
              <a:t> You'd have to report 3 different answers and wouldn't know which one is "right."</a:t>
            </a:r>
          </a:p>
          <a:p>
            <a:r>
              <a:rPr lang="en-US" b="1" dirty="0"/>
              <a:t>With pooling:</a:t>
            </a:r>
            <a:r>
              <a:rPr lang="en-US" dirty="0"/>
              <a:t> You get </a:t>
            </a:r>
            <a:r>
              <a:rPr lang="en-US" b="1" dirty="0"/>
              <a:t>one combined answer</a:t>
            </a:r>
            <a:r>
              <a:rPr lang="en-US" dirty="0"/>
              <a:t> that:</a:t>
            </a:r>
          </a:p>
          <a:p>
            <a:r>
              <a:rPr lang="en-US" dirty="0"/>
              <a:t>Uses all available information (all 3 datasets)</a:t>
            </a:r>
          </a:p>
          <a:p>
            <a:r>
              <a:rPr lang="en-US" dirty="0"/>
              <a:t>Honestly acknowledges: "My imputations were guesses, so I'm less certain"</a:t>
            </a:r>
          </a:p>
          <a:p>
            <a:r>
              <a:rPr lang="en-US" dirty="0"/>
              <a:t>Gives you valid statistical tests and confidence intervals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4666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the pooled model?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# New days to predict</a:t>
            </a:r>
          </a:p>
          <a:p>
            <a:r>
              <a:rPr lang="en-US" dirty="0" err="1"/>
              <a:t>new_days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</a:t>
            </a:r>
          </a:p>
          <a:p>
            <a:r>
              <a:rPr lang="en-US" dirty="0"/>
              <a:t>  </a:t>
            </a:r>
            <a:r>
              <a:rPr lang="en-US" dirty="0" err="1"/>
              <a:t>Solar.R</a:t>
            </a:r>
            <a:r>
              <a:rPr lang="en-US" dirty="0"/>
              <a:t> = c(150, 200, 250, 300),</a:t>
            </a:r>
          </a:p>
          <a:p>
            <a:r>
              <a:rPr lang="en-US" dirty="0"/>
              <a:t>  Wind = c(8, 10, 12, 15),</a:t>
            </a:r>
          </a:p>
          <a:p>
            <a:r>
              <a:rPr lang="en-US" dirty="0"/>
              <a:t>  Temp = c(70, 75, 80, 85)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Make predictions</a:t>
            </a:r>
          </a:p>
          <a:p>
            <a:r>
              <a:rPr lang="en-US" dirty="0" err="1"/>
              <a:t>new_days$Predicted_Ozone</a:t>
            </a:r>
            <a:r>
              <a:rPr lang="en-US" dirty="0"/>
              <a:t> &lt;- </a:t>
            </a:r>
            <a:r>
              <a:rPr lang="en-US" dirty="0" err="1"/>
              <a:t>predict_ozone</a:t>
            </a:r>
            <a:r>
              <a:rPr lang="en-US" dirty="0"/>
              <a:t>(</a:t>
            </a:r>
            <a:r>
              <a:rPr lang="en-US" dirty="0" err="1"/>
              <a:t>new_days$Solar.R</a:t>
            </a:r>
            <a:r>
              <a:rPr lang="en-US" dirty="0"/>
              <a:t>, </a:t>
            </a:r>
          </a:p>
          <a:p>
            <a:r>
              <a:rPr lang="en-US" dirty="0"/>
              <a:t>                                          </a:t>
            </a:r>
            <a:r>
              <a:rPr lang="en-US" dirty="0" err="1"/>
              <a:t>new_days$Wind</a:t>
            </a:r>
            <a:r>
              <a:rPr lang="en-US" dirty="0"/>
              <a:t>, </a:t>
            </a:r>
          </a:p>
          <a:p>
            <a:r>
              <a:rPr lang="en-US" dirty="0"/>
              <a:t>                                          </a:t>
            </a:r>
            <a:r>
              <a:rPr lang="en-US" dirty="0" err="1"/>
              <a:t>new_days$Temp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Add approximate 95% prediction intervals</a:t>
            </a:r>
          </a:p>
          <a:p>
            <a:r>
              <a:rPr lang="en-US" dirty="0"/>
              <a:t>sigma &lt;- 21.21  # From your average residual </a:t>
            </a:r>
            <a:r>
              <a:rPr lang="en-US" dirty="0" smtClean="0"/>
              <a:t>SD (got from the m imputed datasets)</a:t>
            </a:r>
            <a:endParaRPr lang="en-US" dirty="0"/>
          </a:p>
          <a:p>
            <a:r>
              <a:rPr lang="en-US" dirty="0"/>
              <a:t>new_days$Lower_95 &lt;- </a:t>
            </a:r>
            <a:r>
              <a:rPr lang="en-US" dirty="0" err="1"/>
              <a:t>new_days$Predicted_Ozone</a:t>
            </a:r>
            <a:r>
              <a:rPr lang="en-US" dirty="0"/>
              <a:t> - 1.96 * sigma</a:t>
            </a:r>
          </a:p>
          <a:p>
            <a:r>
              <a:rPr lang="en-US" dirty="0"/>
              <a:t>new_days$Upper_95 &lt;- </a:t>
            </a:r>
            <a:r>
              <a:rPr lang="en-US" dirty="0" err="1"/>
              <a:t>new_days$Predicted_Ozone</a:t>
            </a:r>
            <a:r>
              <a:rPr lang="en-US" dirty="0"/>
              <a:t> + 1.96 * sigma</a:t>
            </a:r>
          </a:p>
          <a:p>
            <a:r>
              <a:rPr lang="en-US" dirty="0"/>
              <a:t>new_days$Lower_95 &lt;- </a:t>
            </a:r>
            <a:r>
              <a:rPr lang="en-US" dirty="0" err="1"/>
              <a:t>pmax</a:t>
            </a:r>
            <a:r>
              <a:rPr lang="en-US" dirty="0"/>
              <a:t>(0, new_days$Lower_95)  # Can't be negative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new_days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6987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Final pooled model </a:t>
            </a:r>
            <a:r>
              <a:rPr lang="en-US" dirty="0" err="1" smtClean="0"/>
              <a:t>evalution</a:t>
            </a:r>
            <a:r>
              <a:rPr lang="en-US" dirty="0" smtClean="0"/>
              <a:t> from imputed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Create One "Averaged" Dataset</a:t>
            </a:r>
          </a:p>
          <a:p>
            <a:r>
              <a:rPr lang="en-US" dirty="0"/>
              <a:t>Take the </a:t>
            </a:r>
            <a:r>
              <a:rPr lang="en-US" b="1" dirty="0"/>
              <a:t>average</a:t>
            </a:r>
            <a:r>
              <a:rPr lang="en-US" dirty="0"/>
              <a:t> of imputed values across all m datasets: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For each missing Ozone value: Take its value from Dataset 1, Dataset 2, ..., Dataset m Average </a:t>
            </a:r>
            <a:r>
              <a:rPr lang="en-US" dirty="0" smtClean="0"/>
              <a:t>them</a:t>
            </a:r>
          </a:p>
          <a:p>
            <a:r>
              <a:rPr lang="en-US" dirty="0"/>
              <a:t>This gives you </a:t>
            </a:r>
            <a:r>
              <a:rPr lang="en-US" b="1" dirty="0"/>
              <a:t>one complete dataset</a:t>
            </a:r>
            <a:r>
              <a:rPr lang="en-US" dirty="0"/>
              <a:t> that represents the "consensus" imputation.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773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 your </a:t>
            </a:r>
            <a:r>
              <a:rPr lang="en-US" b="1" dirty="0"/>
              <a:t>final pooled coefficients</a:t>
            </a:r>
            <a:r>
              <a:rPr lang="en-US" dirty="0"/>
              <a:t> to predict Ozone for ALL observations (including originally missing ones):</a:t>
            </a:r>
          </a:p>
          <a:p>
            <a:pPr lvl="1"/>
            <a:r>
              <a:rPr lang="en-US" dirty="0" smtClean="0"/>
              <a:t>Predicted </a:t>
            </a:r>
            <a:r>
              <a:rPr lang="en-US" dirty="0"/>
              <a:t>Ozone = (-76.93) + (0.0573)×</a:t>
            </a:r>
            <a:r>
              <a:rPr lang="en-US" dirty="0" err="1"/>
              <a:t>Solar.R</a:t>
            </a:r>
            <a:r>
              <a:rPr lang="en-US" dirty="0"/>
              <a:t> + (-3.054)×Wind + (1.869)×Temp</a:t>
            </a:r>
          </a:p>
          <a:p>
            <a:r>
              <a:rPr lang="en-US" b="1" dirty="0"/>
              <a:t>Step 3: Calculate Apparent Accuracy</a:t>
            </a:r>
          </a:p>
          <a:p>
            <a:pPr lvl="1"/>
            <a:r>
              <a:rPr lang="en-US" dirty="0"/>
              <a:t>Compare predictions against the </a:t>
            </a:r>
            <a:r>
              <a:rPr lang="en-US" b="1" dirty="0"/>
              <a:t>averaged complete data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RMSE</a:t>
            </a:r>
            <a:r>
              <a:rPr lang="en-US" dirty="0"/>
              <a:t> = Root Mean Square Error (how far off predictions are)</a:t>
            </a:r>
          </a:p>
          <a:p>
            <a:pPr lvl="1"/>
            <a:r>
              <a:rPr lang="en-US" b="1" dirty="0"/>
              <a:t>R²</a:t>
            </a:r>
            <a:r>
              <a:rPr lang="en-US" dirty="0"/>
              <a:t> = Proportion of variance explained</a:t>
            </a:r>
          </a:p>
          <a:p>
            <a:r>
              <a:rPr lang="en-US" b="1" dirty="0"/>
              <a:t>Apply Optimism Adjustment</a:t>
            </a:r>
          </a:p>
          <a:p>
            <a:pPr lvl="1"/>
            <a:r>
              <a:rPr lang="en-US" dirty="0"/>
              <a:t>Since you're testing on the </a:t>
            </a:r>
            <a:r>
              <a:rPr lang="en-US" b="1" dirty="0"/>
              <a:t>same data used for imputation</a:t>
            </a:r>
            <a:r>
              <a:rPr lang="en-US" dirty="0"/>
              <a:t>, accuracy is </a:t>
            </a:r>
            <a:r>
              <a:rPr lang="en-US" b="1" dirty="0"/>
              <a:t>over-optimistic</a:t>
            </a:r>
            <a:r>
              <a:rPr lang="en-US" dirty="0"/>
              <a:t>. Apply a simple adjustment:</a:t>
            </a:r>
          </a:p>
          <a:p>
            <a:pPr lvl="1"/>
            <a:r>
              <a:rPr lang="en-US" dirty="0" smtClean="0"/>
              <a:t>Adjusted </a:t>
            </a:r>
            <a:r>
              <a:rPr lang="en-US" dirty="0"/>
              <a:t>R² = Apparent R² × 0.85 (reduce by 15%) Adjusted RMSE = Apparent RMSE × 1.10 (increase by 10%)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4402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Handling Multiple Missing Variables Simultaneously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When </a:t>
            </a:r>
            <a:r>
              <a:rPr lang="en-US" b="1" dirty="0"/>
              <a:t>Ozone is missing AND other predictors are also missing</a:t>
            </a:r>
            <a:r>
              <a:rPr lang="en-US" dirty="0"/>
              <a:t>, you need a </a:t>
            </a:r>
            <a:r>
              <a:rPr lang="en-US" b="1" dirty="0"/>
              <a:t>joint imputation approach</a:t>
            </a:r>
            <a:r>
              <a:rPr lang="en-US" dirty="0"/>
              <a:t>. Here's how:</a:t>
            </a:r>
          </a:p>
          <a:p>
            <a:r>
              <a:rPr lang="en-US" b="1" dirty="0"/>
              <a:t>1. The Problem</a:t>
            </a:r>
          </a:p>
          <a:p>
            <a:r>
              <a:rPr lang="en-US" dirty="0"/>
              <a:t>Your </a:t>
            </a:r>
            <a:r>
              <a:rPr lang="en-US" dirty="0" err="1"/>
              <a:t>airquality</a:t>
            </a:r>
            <a:r>
              <a:rPr lang="en-US" dirty="0"/>
              <a:t> data has missing values in:</a:t>
            </a:r>
          </a:p>
          <a:p>
            <a:r>
              <a:rPr lang="en-US" b="1" dirty="0"/>
              <a:t>Ozone</a:t>
            </a:r>
            <a:r>
              <a:rPr lang="en-US" dirty="0"/>
              <a:t> (37 missing) ← Your target variable</a:t>
            </a:r>
          </a:p>
          <a:p>
            <a:r>
              <a:rPr lang="en-US" b="1" dirty="0" err="1"/>
              <a:t>Solar.R</a:t>
            </a:r>
            <a:r>
              <a:rPr lang="en-US" dirty="0"/>
              <a:t> (7 missing) ← Predictor variable</a:t>
            </a:r>
          </a:p>
          <a:p>
            <a:r>
              <a:rPr lang="en-US" dirty="0"/>
              <a:t>If you try to predict missing Ozone using </a:t>
            </a:r>
            <a:r>
              <a:rPr lang="en-US" dirty="0" err="1"/>
              <a:t>Solar.R</a:t>
            </a:r>
            <a:r>
              <a:rPr lang="en-US" dirty="0"/>
              <a:t>, but </a:t>
            </a:r>
            <a:r>
              <a:rPr lang="en-US" dirty="0" err="1"/>
              <a:t>Solar.R</a:t>
            </a:r>
            <a:r>
              <a:rPr lang="en-US" dirty="0"/>
              <a:t> is also missing for the same observation → </a:t>
            </a:r>
            <a:r>
              <a:rPr lang="en-US" b="1" dirty="0"/>
              <a:t>CAN'T USE THAT ROW!</a:t>
            </a:r>
            <a:endParaRPr lang="en-US" dirty="0"/>
          </a:p>
          <a:p>
            <a:r>
              <a:rPr lang="en-US" b="1" dirty="0"/>
              <a:t>2. The Solution: Impute ALL Missing Variables Together</a:t>
            </a:r>
          </a:p>
          <a:p>
            <a:r>
              <a:rPr lang="en-US" b="1"/>
              <a:t>Approach A: MICE (Multiple Imputation by Chained Equations) - RECOMMENDED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873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# Task 1.1: Load the COVID-19 dataset from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# URL: https://raw.githubusercontent.com/CSSEGISandData/COVID-19/master/csse_covid_19_data/csse_covid_19_daily_reports/01-01-2021.csv</a:t>
            </a:r>
          </a:p>
          <a:p>
            <a:endParaRPr lang="en-US" dirty="0"/>
          </a:p>
          <a:p>
            <a:r>
              <a:rPr lang="en-US" dirty="0"/>
              <a:t># Expected issues in real data:</a:t>
            </a:r>
          </a:p>
          <a:p>
            <a:r>
              <a:rPr lang="en-US" dirty="0"/>
              <a:t># - Mixed character/numeric in numeric columns</a:t>
            </a:r>
          </a:p>
          <a:p>
            <a:r>
              <a:rPr lang="en-US" dirty="0"/>
              <a:t># - Inconsistent date formats  </a:t>
            </a:r>
          </a:p>
          <a:p>
            <a:r>
              <a:rPr lang="en-US" dirty="0"/>
              <a:t># - Missing values coded as "", "NA", "N/A", or just empty</a:t>
            </a:r>
          </a:p>
          <a:p>
            <a:r>
              <a:rPr lang="en-US" dirty="0"/>
              <a:t># - Inconsistent country/region names</a:t>
            </a:r>
          </a:p>
          <a:p>
            <a:r>
              <a:rPr lang="en-US" dirty="0"/>
              <a:t># - Column type </a:t>
            </a:r>
            <a:r>
              <a:rPr lang="en-US" dirty="0" smtClean="0"/>
              <a:t>mismatches</a:t>
            </a:r>
          </a:p>
          <a:p>
            <a:r>
              <a:rPr lang="en-US" i="1" dirty="0" smtClean="0"/>
              <a:t>Compute Overall </a:t>
            </a:r>
            <a:r>
              <a:rPr lang="en-US" i="1" dirty="0"/>
              <a:t>missing </a:t>
            </a:r>
            <a:r>
              <a:rPr lang="en-US" i="1" dirty="0" smtClean="0"/>
              <a:t>values</a:t>
            </a:r>
          </a:p>
          <a:p>
            <a:r>
              <a:rPr lang="en-US" i="1" dirty="0"/>
              <a:t>Column-wise NA </a:t>
            </a:r>
            <a:r>
              <a:rPr lang="en-US" i="1" dirty="0" smtClean="0"/>
              <a:t>counts</a:t>
            </a:r>
          </a:p>
          <a:p>
            <a:r>
              <a:rPr lang="en-US" i="1" dirty="0"/>
              <a:t>Percentage of missing values per </a:t>
            </a:r>
            <a:r>
              <a:rPr lang="en-US" i="1" dirty="0" smtClean="0"/>
              <a:t>column</a:t>
            </a:r>
          </a:p>
          <a:p>
            <a:r>
              <a:rPr lang="en-US" i="1" dirty="0"/>
              <a:t>Create summary </a:t>
            </a:r>
            <a:r>
              <a:rPr lang="en-US" i="1" dirty="0" err="1" smtClean="0"/>
              <a:t>dataframe</a:t>
            </a:r>
            <a:endParaRPr lang="en-US" i="1" dirty="0" smtClean="0"/>
          </a:p>
          <a:p>
            <a:r>
              <a:rPr lang="en-US" i="1" dirty="0" smtClean="0"/>
              <a:t>Sort attributes by </a:t>
            </a:r>
            <a:r>
              <a:rPr lang="en-US" i="1" dirty="0"/>
              <a:t>most </a:t>
            </a:r>
            <a:r>
              <a:rPr lang="en-US" i="1" dirty="0" smtClean="0"/>
              <a:t>missing</a:t>
            </a:r>
          </a:p>
          <a:p>
            <a:r>
              <a:rPr lang="en-US" i="1" dirty="0"/>
              <a:t>Print problematic </a:t>
            </a:r>
            <a:r>
              <a:rPr lang="en-US" i="1" dirty="0" smtClean="0"/>
              <a:t>columns </a:t>
            </a:r>
            <a:r>
              <a:rPr lang="en-US" dirty="0" smtClean="0"/>
              <a:t>"Columns </a:t>
            </a:r>
            <a:r>
              <a:rPr lang="en-US" dirty="0"/>
              <a:t>with &gt;20% missing </a:t>
            </a:r>
            <a:r>
              <a:rPr lang="en-US" dirty="0" smtClean="0"/>
              <a:t>values”</a:t>
            </a:r>
          </a:p>
          <a:p>
            <a:r>
              <a:rPr lang="en-US" i="1" dirty="0"/>
              <a:t>Rows with most missing </a:t>
            </a:r>
            <a:r>
              <a:rPr lang="en-US" i="1" dirty="0" smtClean="0"/>
              <a:t>values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6904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Handle 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# Create a vector with various NA patterns and values</a:t>
            </a:r>
          </a:p>
          <a:p>
            <a:r>
              <a:rPr lang="en-US" dirty="0" err="1"/>
              <a:t>my_vector</a:t>
            </a:r>
            <a:r>
              <a:rPr lang="en-US" dirty="0"/>
              <a:t> &lt;- c</a:t>
            </a:r>
            <a:r>
              <a:rPr lang="en-US" dirty="0" smtClean="0"/>
              <a:t>(</a:t>
            </a:r>
          </a:p>
          <a:p>
            <a:r>
              <a:rPr lang="en-US" dirty="0" smtClean="0"/>
              <a:t>  10,        # Normal value</a:t>
            </a:r>
          </a:p>
          <a:p>
            <a:r>
              <a:rPr lang="en-US" dirty="0" smtClean="0"/>
              <a:t>  </a:t>
            </a:r>
            <a:r>
              <a:rPr lang="en-US" dirty="0"/>
              <a:t>NA,        # Standard NA (missing numeric)</a:t>
            </a:r>
          </a:p>
          <a:p>
            <a:r>
              <a:rPr lang="en-US" dirty="0"/>
              <a:t>  25,        # Normal value</a:t>
            </a:r>
          </a:p>
          <a:p>
            <a:r>
              <a:rPr lang="en-US" dirty="0"/>
              <a:t>  </a:t>
            </a:r>
            <a:r>
              <a:rPr lang="en-US" dirty="0" err="1" smtClean="0"/>
              <a:t>NA_real</a:t>
            </a:r>
            <a:r>
              <a:rPr lang="en-US" dirty="0" smtClean="0"/>
              <a:t>_,  </a:t>
            </a:r>
            <a:r>
              <a:rPr lang="en-US" dirty="0"/>
              <a:t># Explicit numeric NA</a:t>
            </a:r>
          </a:p>
          <a:p>
            <a:r>
              <a:rPr lang="en-US" dirty="0"/>
              <a:t>  40,        # Normal value</a:t>
            </a:r>
          </a:p>
          <a:p>
            <a:r>
              <a:rPr lang="en-US" dirty="0"/>
              <a:t>  </a:t>
            </a:r>
            <a:r>
              <a:rPr lang="en-US" dirty="0" err="1"/>
              <a:t>NA_integer</a:t>
            </a:r>
            <a:r>
              <a:rPr lang="en-US" dirty="0"/>
              <a:t>_, # Explicit integer NA</a:t>
            </a:r>
          </a:p>
          <a:p>
            <a:r>
              <a:rPr lang="en-US" dirty="0"/>
              <a:t>  55,        # Normal value</a:t>
            </a:r>
          </a:p>
          <a:p>
            <a:r>
              <a:rPr lang="en-US" dirty="0"/>
              <a:t>  </a:t>
            </a:r>
            <a:r>
              <a:rPr lang="en-US" dirty="0" err="1"/>
              <a:t>NA_character</a:t>
            </a:r>
            <a:r>
              <a:rPr lang="en-US" dirty="0"/>
              <a:t>_, # Explicit character NA</a:t>
            </a:r>
          </a:p>
          <a:p>
            <a:r>
              <a:rPr lang="en-US" dirty="0"/>
              <a:t>  70,        # Normal value</a:t>
            </a:r>
          </a:p>
          <a:p>
            <a:r>
              <a:rPr lang="en-US" dirty="0"/>
              <a:t>  NA,        # Standard NA</a:t>
            </a:r>
          </a:p>
          <a:p>
            <a:r>
              <a:rPr lang="en-US" dirty="0"/>
              <a:t>  85         # Normal value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Display the vector</a:t>
            </a:r>
          </a:p>
          <a:p>
            <a:r>
              <a:rPr lang="en-US" dirty="0"/>
              <a:t>print(</a:t>
            </a:r>
            <a:r>
              <a:rPr lang="en-US" dirty="0" err="1"/>
              <a:t>my_vector</a:t>
            </a:r>
            <a:r>
              <a:rPr lang="en-US" dirty="0"/>
              <a:t>)</a:t>
            </a:r>
          </a:p>
          <a:p>
            <a:r>
              <a:rPr lang="en-US" dirty="0"/>
              <a:t># Output: [1] 10 NA 25 NA 40 NA 55 NA 70 NA 85</a:t>
            </a:r>
          </a:p>
        </p:txBody>
      </p:sp>
    </p:spTree>
    <p:extLst>
      <p:ext uri="{BB962C8B-B14F-4D97-AF65-F5344CB8AC3E}">
        <p14:creationId xmlns:p14="http://schemas.microsoft.com/office/powerpoint/2010/main" val="37063733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Identify NA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 Check for NA values</a:t>
            </a:r>
          </a:p>
          <a:p>
            <a:r>
              <a:rPr lang="en-US" dirty="0"/>
              <a:t>is.na(</a:t>
            </a:r>
            <a:r>
              <a:rPr lang="en-US" dirty="0" err="1"/>
              <a:t>my_vector</a:t>
            </a:r>
            <a:r>
              <a:rPr lang="en-US" dirty="0"/>
              <a:t>)</a:t>
            </a:r>
          </a:p>
          <a:p>
            <a:r>
              <a:rPr lang="en-US" dirty="0"/>
              <a:t># Output: [1] FALSE  TRUE FALSE  TRUE FALSE  TRUE FALSE  TRUE FALSE  TRUE FALSE</a:t>
            </a:r>
          </a:p>
          <a:p>
            <a:endParaRPr lang="en-US" dirty="0"/>
          </a:p>
          <a:p>
            <a:r>
              <a:rPr lang="en-US" dirty="0"/>
              <a:t># Count NA values</a:t>
            </a:r>
          </a:p>
          <a:p>
            <a:r>
              <a:rPr lang="en-US" dirty="0"/>
              <a:t>sum(is.na(</a:t>
            </a:r>
            <a:r>
              <a:rPr lang="en-US" dirty="0" err="1"/>
              <a:t>my_vector</a:t>
            </a:r>
            <a:r>
              <a:rPr lang="en-US" dirty="0"/>
              <a:t>))</a:t>
            </a:r>
          </a:p>
          <a:p>
            <a:r>
              <a:rPr lang="en-US" dirty="0"/>
              <a:t># Output: 5</a:t>
            </a:r>
          </a:p>
          <a:p>
            <a:endParaRPr lang="en-US" dirty="0"/>
          </a:p>
          <a:p>
            <a:r>
              <a:rPr lang="en-US" dirty="0"/>
              <a:t># Get positions of NA values</a:t>
            </a:r>
          </a:p>
          <a:p>
            <a:r>
              <a:rPr lang="en-US" dirty="0"/>
              <a:t>which(is.na(</a:t>
            </a:r>
            <a:r>
              <a:rPr lang="en-US" dirty="0" err="1"/>
              <a:t>my_vector</a:t>
            </a:r>
            <a:r>
              <a:rPr lang="en-US" dirty="0"/>
              <a:t>))</a:t>
            </a:r>
          </a:p>
          <a:p>
            <a:r>
              <a:rPr lang="en-US" dirty="0"/>
              <a:t># Output: [1] 2 4 6 8 10</a:t>
            </a:r>
          </a:p>
          <a:p>
            <a:endParaRPr lang="en-US" dirty="0"/>
          </a:p>
          <a:p>
            <a:r>
              <a:rPr lang="en-US" dirty="0"/>
              <a:t># Percentage of NA values</a:t>
            </a:r>
          </a:p>
          <a:p>
            <a:r>
              <a:rPr lang="en-US" dirty="0"/>
              <a:t>mean(is.na(</a:t>
            </a:r>
            <a:r>
              <a:rPr lang="en-US" dirty="0" err="1"/>
              <a:t>my_vector</a:t>
            </a:r>
            <a:r>
              <a:rPr lang="en-US" dirty="0"/>
              <a:t>)) * 100</a:t>
            </a:r>
          </a:p>
          <a:p>
            <a:r>
              <a:rPr lang="en-US" dirty="0"/>
              <a:t># Output: 45.45% (5 out of 11)</a:t>
            </a:r>
          </a:p>
        </p:txBody>
      </p:sp>
    </p:spTree>
    <p:extLst>
      <p:ext uri="{BB962C8B-B14F-4D97-AF65-F5344CB8AC3E}">
        <p14:creationId xmlns:p14="http://schemas.microsoft.com/office/powerpoint/2010/main" val="3482690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Filling NA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Replace with a Constant Value</a:t>
            </a:r>
          </a:p>
          <a:p>
            <a:r>
              <a:rPr lang="en-US" dirty="0"/>
              <a:t># Replace all NA with 0</a:t>
            </a:r>
          </a:p>
          <a:p>
            <a:r>
              <a:rPr lang="en-US" dirty="0" err="1"/>
              <a:t>vector_zero</a:t>
            </a:r>
            <a:r>
              <a:rPr lang="en-US" dirty="0"/>
              <a:t> &lt;- </a:t>
            </a:r>
            <a:r>
              <a:rPr lang="en-US" dirty="0" err="1"/>
              <a:t>my_vector</a:t>
            </a:r>
            <a:endParaRPr lang="en-US" dirty="0"/>
          </a:p>
          <a:p>
            <a:r>
              <a:rPr lang="en-US" dirty="0" err="1"/>
              <a:t>vector_zero</a:t>
            </a:r>
            <a:r>
              <a:rPr lang="en-US" dirty="0"/>
              <a:t>[is.na(</a:t>
            </a:r>
            <a:r>
              <a:rPr lang="en-US" dirty="0" err="1"/>
              <a:t>vector_zero</a:t>
            </a:r>
            <a:r>
              <a:rPr lang="en-US" dirty="0"/>
              <a:t>)] &lt;- 0</a:t>
            </a:r>
          </a:p>
          <a:p>
            <a:r>
              <a:rPr lang="en-US" dirty="0"/>
              <a:t># Output: [1] 10  0 25  0 40  0 55  0 70  0 85</a:t>
            </a:r>
          </a:p>
          <a:p>
            <a:endParaRPr lang="en-US" dirty="0"/>
          </a:p>
          <a:p>
            <a:r>
              <a:rPr lang="en-US" dirty="0"/>
              <a:t># Replace with specific value</a:t>
            </a:r>
          </a:p>
          <a:p>
            <a:r>
              <a:rPr lang="en-US" dirty="0"/>
              <a:t>vector_99 &lt;- </a:t>
            </a:r>
            <a:r>
              <a:rPr lang="en-US" dirty="0" err="1"/>
              <a:t>my_vector</a:t>
            </a:r>
            <a:endParaRPr lang="en-US" dirty="0"/>
          </a:p>
          <a:p>
            <a:r>
              <a:rPr lang="en-US" dirty="0"/>
              <a:t>vector_99[is.na(vector_99)] &lt;- 99</a:t>
            </a:r>
          </a:p>
          <a:p>
            <a:r>
              <a:rPr lang="en-US" dirty="0"/>
              <a:t># Output: [1] 10 99 25 99 40 99 55 99 70 99 </a:t>
            </a:r>
            <a:r>
              <a:rPr lang="en-US" dirty="0" smtClean="0"/>
              <a:t>85</a:t>
            </a:r>
          </a:p>
          <a:p>
            <a:endParaRPr lang="en-US" dirty="0" smtClean="0"/>
          </a:p>
          <a:p>
            <a:r>
              <a:rPr lang="en-US" dirty="0" smtClean="0"/>
              <a:t>#Replace with mean</a:t>
            </a:r>
          </a:p>
          <a:p>
            <a:r>
              <a:rPr lang="en-US" dirty="0" err="1"/>
              <a:t>data$column_name</a:t>
            </a:r>
            <a:r>
              <a:rPr lang="en-US" dirty="0"/>
              <a:t>[is.na(</a:t>
            </a:r>
            <a:r>
              <a:rPr lang="en-US" dirty="0" err="1"/>
              <a:t>data$column_name</a:t>
            </a:r>
            <a:r>
              <a:rPr lang="en-US" dirty="0"/>
              <a:t>)] &lt;- mean(</a:t>
            </a:r>
            <a:r>
              <a:rPr lang="en-US" dirty="0" err="1"/>
              <a:t>data$column_name</a:t>
            </a:r>
            <a:r>
              <a:rPr lang="en-US" dirty="0"/>
              <a:t>, na.rm = TRUE)</a:t>
            </a:r>
          </a:p>
          <a:p>
            <a:r>
              <a:rPr lang="en-US" i="1" dirty="0" smtClean="0"/>
              <a:t># </a:t>
            </a:r>
            <a:r>
              <a:rPr lang="en-US" i="1" dirty="0"/>
              <a:t>Output: [1] 10.0 47.5 25.0 47.5 40.0 47.5 55.0 47.5 70.0 47.5 85.0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731408" y="2071728"/>
              <a:ext cx="790200" cy="190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6288" y="2056608"/>
                <a:ext cx="8204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2097168" y="2639088"/>
              <a:ext cx="481680" cy="496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2048" y="2623968"/>
                <a:ext cx="5119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2676048" y="2676168"/>
              <a:ext cx="939240" cy="313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60928" y="2661048"/>
                <a:ext cx="9694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/>
              <p14:cNvContentPartPr/>
              <p14:nvPr/>
            </p14:nvContentPartPr>
            <p14:xfrm>
              <a:off x="737448" y="2470248"/>
              <a:ext cx="189720" cy="1393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2328" y="2455128"/>
                <a:ext cx="2199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/>
              <p14:cNvContentPartPr/>
              <p14:nvPr/>
            </p14:nvContentPartPr>
            <p14:xfrm>
              <a:off x="3955848" y="2371248"/>
              <a:ext cx="379800" cy="29952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40728" y="2356128"/>
                <a:ext cx="4100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/>
              <p14:cNvContentPartPr/>
              <p14:nvPr/>
            </p14:nvContentPartPr>
            <p14:xfrm>
              <a:off x="3705288" y="3753648"/>
              <a:ext cx="349560" cy="30168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0168" y="3738528"/>
                <a:ext cx="3798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/>
              <p14:cNvContentPartPr/>
              <p14:nvPr/>
            </p14:nvContentPartPr>
            <p14:xfrm>
              <a:off x="5638128" y="5157288"/>
              <a:ext cx="2391480" cy="10044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23008" y="5142168"/>
                <a:ext cx="2421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/>
              <p14:cNvContentPartPr/>
              <p14:nvPr/>
            </p14:nvContentPartPr>
            <p14:xfrm>
              <a:off x="810888" y="5315688"/>
              <a:ext cx="1445040" cy="1476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5768" y="5300568"/>
                <a:ext cx="1475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2" name="Ink 41"/>
              <p14:cNvContentPartPr/>
              <p14:nvPr/>
            </p14:nvContentPartPr>
            <p14:xfrm>
              <a:off x="3643728" y="4462128"/>
              <a:ext cx="3549960" cy="49392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28608" y="4447008"/>
                <a:ext cx="358020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6" name="Ink 55"/>
              <p14:cNvContentPartPr/>
              <p14:nvPr/>
            </p14:nvContentPartPr>
            <p14:xfrm>
              <a:off x="3249168" y="4453848"/>
              <a:ext cx="738360" cy="4597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34048" y="4438728"/>
                <a:ext cx="76860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Ink 64"/>
              <p14:cNvContentPartPr/>
              <p14:nvPr/>
            </p14:nvContentPartPr>
            <p14:xfrm>
              <a:off x="4319088" y="4255128"/>
              <a:ext cx="3691440" cy="70128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03968" y="4240008"/>
                <a:ext cx="372168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4" name="Ink 73"/>
              <p14:cNvContentPartPr/>
              <p14:nvPr/>
            </p14:nvContentPartPr>
            <p14:xfrm>
              <a:off x="1194648" y="4821768"/>
              <a:ext cx="1189080" cy="20196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79528" y="4806648"/>
                <a:ext cx="1219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5" name="Ink 74"/>
              <p14:cNvContentPartPr/>
              <p14:nvPr/>
            </p14:nvContentPartPr>
            <p14:xfrm>
              <a:off x="468888" y="5248728"/>
              <a:ext cx="257040" cy="11628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3768" y="5233608"/>
                <a:ext cx="287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2" name="Ink 81"/>
              <p14:cNvContentPartPr/>
              <p14:nvPr/>
            </p14:nvContentPartPr>
            <p14:xfrm>
              <a:off x="2920128" y="5126688"/>
              <a:ext cx="2006640" cy="15264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05008" y="5111568"/>
                <a:ext cx="203688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3" name="Ink 82"/>
              <p14:cNvContentPartPr/>
              <p14:nvPr/>
            </p14:nvContentPartPr>
            <p14:xfrm>
              <a:off x="5071848" y="4887648"/>
              <a:ext cx="250200" cy="39780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56728" y="4872528"/>
                <a:ext cx="2804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5" name="Ink 84"/>
              <p14:cNvContentPartPr/>
              <p14:nvPr/>
            </p14:nvContentPartPr>
            <p14:xfrm>
              <a:off x="4150248" y="2115288"/>
              <a:ext cx="374400" cy="221400"/>
            </p14:xfrm>
          </p:contentPart>
        </mc:Choice>
        <mc:Fallback xmlns="">
          <p:pic>
            <p:nvPicPr>
              <p:cNvPr id="85" name="Ink 84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35128" y="2100168"/>
                <a:ext cx="4046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2" name="Ink 91"/>
              <p14:cNvContentPartPr/>
              <p14:nvPr/>
            </p14:nvContentPartPr>
            <p14:xfrm>
              <a:off x="4151328" y="3596688"/>
              <a:ext cx="494280" cy="16560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36208" y="3581568"/>
                <a:ext cx="5245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4" name="Ink 93"/>
              <p14:cNvContentPartPr/>
              <p14:nvPr/>
            </p14:nvContentPartPr>
            <p14:xfrm>
              <a:off x="2743368" y="4838688"/>
              <a:ext cx="183240" cy="44676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28248" y="4823568"/>
                <a:ext cx="21348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9" name="Ink 98"/>
              <p14:cNvContentPartPr/>
              <p14:nvPr/>
            </p14:nvContentPartPr>
            <p14:xfrm>
              <a:off x="4608528" y="3310128"/>
              <a:ext cx="1036800" cy="390960"/>
            </p14:xfrm>
          </p:contentPart>
        </mc:Choice>
        <mc:Fallback xmlns="">
          <p:pic>
            <p:nvPicPr>
              <p:cNvPr id="99" name="Ink 98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93408" y="3295008"/>
                <a:ext cx="1067040" cy="4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6671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Deleting NA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 Remove all NA values</a:t>
            </a:r>
          </a:p>
          <a:p>
            <a:endParaRPr lang="en-US" dirty="0"/>
          </a:p>
          <a:p>
            <a:r>
              <a:rPr lang="en-US" dirty="0"/>
              <a:t>clean_vector2 &lt;- </a:t>
            </a:r>
            <a:r>
              <a:rPr lang="en-US" dirty="0" err="1"/>
              <a:t>my_vector</a:t>
            </a:r>
            <a:r>
              <a:rPr lang="en-US" dirty="0"/>
              <a:t>[!is.na(</a:t>
            </a:r>
            <a:r>
              <a:rPr lang="en-US" dirty="0" err="1"/>
              <a:t>my_vector</a:t>
            </a:r>
            <a:r>
              <a:rPr lang="en-US" dirty="0"/>
              <a:t>)]</a:t>
            </a:r>
          </a:p>
          <a:p>
            <a:r>
              <a:rPr lang="en-US" dirty="0"/>
              <a:t># Output: [1] 10 25 40 55 70 85</a:t>
            </a:r>
          </a:p>
          <a:p>
            <a:endParaRPr lang="en-US" dirty="0"/>
          </a:p>
          <a:p>
            <a:r>
              <a:rPr lang="en-US" dirty="0"/>
              <a:t># Check length difference</a:t>
            </a:r>
          </a:p>
          <a:p>
            <a:r>
              <a:rPr lang="en-US" dirty="0"/>
              <a:t>cat("Original length:", length(</a:t>
            </a:r>
            <a:r>
              <a:rPr lang="en-US" dirty="0" err="1"/>
              <a:t>my_vector</a:t>
            </a:r>
            <a:r>
              <a:rPr lang="en-US" dirty="0"/>
              <a:t>), "\n")</a:t>
            </a:r>
          </a:p>
          <a:p>
            <a:r>
              <a:rPr lang="en-US" dirty="0"/>
              <a:t>cat("Clean length:", length(</a:t>
            </a:r>
            <a:r>
              <a:rPr lang="en-US" dirty="0" err="1"/>
              <a:t>clean_vector</a:t>
            </a:r>
            <a:r>
              <a:rPr lang="en-US" dirty="0"/>
              <a:t>), "\n")</a:t>
            </a:r>
          </a:p>
          <a:p>
            <a:r>
              <a:rPr lang="en-US" dirty="0"/>
              <a:t># Output: Original: 11, Clean: 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121208" y="1889928"/>
              <a:ext cx="3512160" cy="231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768" y="1879488"/>
                <a:ext cx="3533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5596008" y="1348488"/>
              <a:ext cx="1130400" cy="7149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5568" y="1338048"/>
                <a:ext cx="115128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/>
              <p14:cNvContentPartPr/>
              <p14:nvPr/>
            </p14:nvContentPartPr>
            <p14:xfrm>
              <a:off x="5742528" y="1359288"/>
              <a:ext cx="55080" cy="7196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2088" y="1348848"/>
                <a:ext cx="75960" cy="7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/>
              <p14:cNvContentPartPr/>
              <p14:nvPr/>
            </p14:nvContentPartPr>
            <p14:xfrm>
              <a:off x="6528768" y="1664208"/>
              <a:ext cx="804960" cy="1872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18328" y="1653768"/>
                <a:ext cx="825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/>
              <p14:cNvContentPartPr/>
              <p14:nvPr/>
            </p14:nvContentPartPr>
            <p14:xfrm>
              <a:off x="5398368" y="1572768"/>
              <a:ext cx="253080" cy="36612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7928" y="1562328"/>
                <a:ext cx="2739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/>
              <p14:cNvContentPartPr/>
              <p14:nvPr/>
            </p14:nvContentPartPr>
            <p14:xfrm>
              <a:off x="5861328" y="1664208"/>
              <a:ext cx="135000" cy="13788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50888" y="1653768"/>
                <a:ext cx="1558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/>
              <p14:cNvContentPartPr/>
              <p14:nvPr/>
            </p14:nvContentPartPr>
            <p14:xfrm>
              <a:off x="6027288" y="1676448"/>
              <a:ext cx="99720" cy="9864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16848" y="1666008"/>
                <a:ext cx="1206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/>
              <p14:cNvContentPartPr/>
              <p14:nvPr/>
            </p14:nvContentPartPr>
            <p14:xfrm>
              <a:off x="6297288" y="2895768"/>
              <a:ext cx="1664280" cy="10440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86848" y="2885328"/>
                <a:ext cx="16851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k 33"/>
              <p14:cNvContentPartPr/>
              <p14:nvPr/>
            </p14:nvContentPartPr>
            <p14:xfrm>
              <a:off x="5486568" y="2883528"/>
              <a:ext cx="652320" cy="6588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76128" y="2873088"/>
                <a:ext cx="6732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/>
              <p14:cNvContentPartPr/>
              <p14:nvPr/>
            </p14:nvContentPartPr>
            <p14:xfrm>
              <a:off x="5370288" y="2596968"/>
              <a:ext cx="25200" cy="17712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59848" y="2586528"/>
                <a:ext cx="460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Ink 35"/>
              <p14:cNvContentPartPr/>
              <p14:nvPr/>
            </p14:nvContentPartPr>
            <p14:xfrm>
              <a:off x="5358408" y="2840688"/>
              <a:ext cx="37440" cy="309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47968" y="2830248"/>
                <a:ext cx="583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Ink 37"/>
              <p14:cNvContentPartPr/>
              <p14:nvPr/>
            </p14:nvContentPartPr>
            <p14:xfrm>
              <a:off x="4053768" y="2444328"/>
              <a:ext cx="323640" cy="18468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3328" y="2433888"/>
                <a:ext cx="3445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Ink 39"/>
              <p14:cNvContentPartPr/>
              <p14:nvPr/>
            </p14:nvContentPartPr>
            <p14:xfrm>
              <a:off x="1853088" y="2400768"/>
              <a:ext cx="427320" cy="17208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42648" y="2390328"/>
                <a:ext cx="4482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8" name="Ink 47"/>
              <p14:cNvContentPartPr/>
              <p14:nvPr/>
            </p14:nvContentPartPr>
            <p14:xfrm>
              <a:off x="7211688" y="1518048"/>
              <a:ext cx="73440" cy="13428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01248" y="1507608"/>
                <a:ext cx="9432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Ink 48"/>
              <p14:cNvContentPartPr/>
              <p14:nvPr/>
            </p14:nvContentPartPr>
            <p14:xfrm>
              <a:off x="7144368" y="1639728"/>
              <a:ext cx="159120" cy="14292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133928" y="1629288"/>
                <a:ext cx="1800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Ink 49"/>
              <p14:cNvContentPartPr/>
              <p14:nvPr/>
            </p14:nvContentPartPr>
            <p14:xfrm>
              <a:off x="6071568" y="1725048"/>
              <a:ext cx="73440" cy="1260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61128" y="1714608"/>
                <a:ext cx="943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1" name="Ink 50"/>
              <p14:cNvContentPartPr/>
              <p14:nvPr/>
            </p14:nvContentPartPr>
            <p14:xfrm>
              <a:off x="6315288" y="2120688"/>
              <a:ext cx="105120" cy="29988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04848" y="2110248"/>
                <a:ext cx="1260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2" name="Ink 51"/>
              <p14:cNvContentPartPr/>
              <p14:nvPr/>
            </p14:nvContentPartPr>
            <p14:xfrm>
              <a:off x="6796968" y="2048328"/>
              <a:ext cx="195480" cy="1342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86528" y="2037888"/>
                <a:ext cx="2163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/>
              <p14:cNvContentPartPr/>
              <p14:nvPr/>
            </p14:nvContentPartPr>
            <p14:xfrm>
              <a:off x="6461808" y="2194488"/>
              <a:ext cx="500040" cy="17316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51368" y="2184048"/>
                <a:ext cx="5209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4" name="Ink 53"/>
              <p14:cNvContentPartPr/>
              <p14:nvPr/>
            </p14:nvContentPartPr>
            <p14:xfrm>
              <a:off x="6242208" y="2291688"/>
              <a:ext cx="207720" cy="8604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31768" y="2281248"/>
                <a:ext cx="2286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5" name="Ink 54"/>
              <p14:cNvContentPartPr/>
              <p14:nvPr/>
            </p14:nvContentPartPr>
            <p14:xfrm>
              <a:off x="5314848" y="2406888"/>
              <a:ext cx="2287080" cy="11844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04408" y="2396448"/>
                <a:ext cx="230796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7" name="Ink 56"/>
              <p14:cNvContentPartPr/>
              <p14:nvPr/>
            </p14:nvContentPartPr>
            <p14:xfrm>
              <a:off x="919968" y="2865168"/>
              <a:ext cx="2213640" cy="11016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9528" y="2854728"/>
                <a:ext cx="22345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0" name="Ink 59"/>
              <p14:cNvContentPartPr/>
              <p14:nvPr/>
            </p14:nvContentPartPr>
            <p14:xfrm>
              <a:off x="3913728" y="3316248"/>
              <a:ext cx="12600" cy="42840"/>
            </p14:xfrm>
          </p:contentPart>
        </mc:Choice>
        <mc:Fallback xmlns="">
          <p:pic>
            <p:nvPicPr>
              <p:cNvPr id="60" name="Ink 59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03288" y="3305808"/>
                <a:ext cx="334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1" name="Ink 60"/>
              <p14:cNvContentPartPr/>
              <p14:nvPr/>
            </p14:nvContentPartPr>
            <p14:xfrm>
              <a:off x="6796968" y="1670328"/>
              <a:ext cx="61560" cy="6480"/>
            </p14:xfrm>
          </p:contentPart>
        </mc:Choice>
        <mc:Fallback xmlns="">
          <p:pic>
            <p:nvPicPr>
              <p:cNvPr id="61" name="Ink 6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86528" y="1659888"/>
                <a:ext cx="824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2" name="Ink 61"/>
              <p14:cNvContentPartPr/>
              <p14:nvPr/>
            </p14:nvContentPartPr>
            <p14:xfrm>
              <a:off x="3005448" y="3375288"/>
              <a:ext cx="2773800" cy="7020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95008" y="3364848"/>
                <a:ext cx="27946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6" name="Ink 65"/>
              <p14:cNvContentPartPr/>
              <p14:nvPr/>
            </p14:nvContentPartPr>
            <p14:xfrm>
              <a:off x="4053768" y="4627008"/>
              <a:ext cx="1378080" cy="58176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043328" y="4616568"/>
                <a:ext cx="1398960" cy="6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16515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0"/>
            <a:ext cx="8382000" cy="6126163"/>
          </a:xfrm>
        </p:spPr>
        <p:txBody>
          <a:bodyPr/>
          <a:lstStyle/>
          <a:p>
            <a:r>
              <a:rPr lang="en-US" b="1" dirty="0"/>
              <a:t>Remove </a:t>
            </a:r>
            <a:r>
              <a:rPr lang="en-US" b="1" u="sng" dirty="0"/>
              <a:t>rows</a:t>
            </a:r>
            <a:r>
              <a:rPr lang="en-US" b="1" dirty="0"/>
              <a:t> with NA values in any </a:t>
            </a:r>
            <a:r>
              <a:rPr lang="en-US" b="1" dirty="0" smtClean="0"/>
              <a:t>column</a:t>
            </a:r>
          </a:p>
          <a:p>
            <a:pPr lvl="1"/>
            <a:r>
              <a:rPr lang="en-US" dirty="0" err="1" smtClean="0"/>
              <a:t>cleaned_data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na.omit</a:t>
            </a:r>
            <a:r>
              <a:rPr lang="en-US" dirty="0"/>
              <a:t>(data</a:t>
            </a:r>
            <a:r>
              <a:rPr lang="en-US" dirty="0" smtClean="0"/>
              <a:t>)</a:t>
            </a:r>
          </a:p>
          <a:p>
            <a:r>
              <a:rPr lang="en-US" b="1" dirty="0"/>
              <a:t>Remove </a:t>
            </a:r>
            <a:r>
              <a:rPr lang="en-US" b="1" u="sng" dirty="0"/>
              <a:t>rows</a:t>
            </a:r>
            <a:r>
              <a:rPr lang="en-US" b="1" dirty="0"/>
              <a:t> with NA values in specific columns (using </a:t>
            </a:r>
            <a:r>
              <a:rPr lang="en-US" b="1" dirty="0" err="1"/>
              <a:t>tidyr</a:t>
            </a:r>
            <a:r>
              <a:rPr lang="en-US" b="1" dirty="0"/>
              <a:t> package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install.packages</a:t>
            </a:r>
            <a:r>
              <a:rPr lang="en-US" dirty="0"/>
              <a:t>("</a:t>
            </a:r>
            <a:r>
              <a:rPr lang="en-US" dirty="0" err="1"/>
              <a:t>tidyr</a:t>
            </a:r>
            <a:r>
              <a:rPr lang="en-US" dirty="0" smtClean="0"/>
              <a:t>")</a:t>
            </a:r>
          </a:p>
          <a:p>
            <a:pPr lvl="1"/>
            <a:r>
              <a:rPr lang="en-US" dirty="0" smtClean="0"/>
              <a:t>   library(</a:t>
            </a:r>
            <a:r>
              <a:rPr lang="en-US" dirty="0" err="1" smtClean="0"/>
              <a:t>tidyr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cleaned_data</a:t>
            </a:r>
            <a:r>
              <a:rPr lang="en-US" dirty="0" smtClean="0"/>
              <a:t> </a:t>
            </a:r>
            <a:r>
              <a:rPr lang="en-US" dirty="0"/>
              <a:t>&lt;- data %&gt;% </a:t>
            </a:r>
            <a:r>
              <a:rPr lang="en-US" dirty="0" err="1"/>
              <a:t>drop_na</a:t>
            </a:r>
            <a:r>
              <a:rPr lang="en-US" dirty="0"/>
              <a:t>(column_name1, column_name2)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6681048" y="957168"/>
              <a:ext cx="24840" cy="1850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0608" y="946728"/>
                <a:ext cx="457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/>
              <p14:cNvContentPartPr/>
              <p14:nvPr/>
            </p14:nvContentPartPr>
            <p14:xfrm>
              <a:off x="6832248" y="704808"/>
              <a:ext cx="240120" cy="10620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1808" y="694368"/>
                <a:ext cx="2610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/>
              <p14:cNvContentPartPr/>
              <p14:nvPr/>
            </p14:nvContentPartPr>
            <p14:xfrm>
              <a:off x="7235808" y="737208"/>
              <a:ext cx="299160" cy="73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25368" y="726768"/>
                <a:ext cx="3200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/>
              <p14:cNvContentPartPr/>
              <p14:nvPr/>
            </p14:nvContentPartPr>
            <p14:xfrm>
              <a:off x="7686888" y="701208"/>
              <a:ext cx="226080" cy="13428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6448" y="690768"/>
                <a:ext cx="2469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7703808" y="957168"/>
              <a:ext cx="245880" cy="9792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93368" y="946728"/>
                <a:ext cx="2667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/>
              <p14:cNvContentPartPr/>
              <p14:nvPr/>
            </p14:nvContentPartPr>
            <p14:xfrm>
              <a:off x="5925408" y="603648"/>
              <a:ext cx="615960" cy="21348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14968" y="593208"/>
                <a:ext cx="6368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/>
              <p14:cNvContentPartPr/>
              <p14:nvPr/>
            </p14:nvContentPartPr>
            <p14:xfrm>
              <a:off x="3499008" y="1048248"/>
              <a:ext cx="1103760" cy="6840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88568" y="1037808"/>
                <a:ext cx="11246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/>
              <p14:cNvContentPartPr/>
              <p14:nvPr/>
            </p14:nvContentPartPr>
            <p14:xfrm>
              <a:off x="5120808" y="534888"/>
              <a:ext cx="1024200" cy="24300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10368" y="524448"/>
                <a:ext cx="10450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/>
              <p14:cNvContentPartPr/>
              <p14:nvPr/>
            </p14:nvContentPartPr>
            <p14:xfrm>
              <a:off x="7278288" y="981288"/>
              <a:ext cx="216000" cy="10404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67848" y="970848"/>
                <a:ext cx="2368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3" name="Ink 52"/>
              <p14:cNvContentPartPr/>
              <p14:nvPr/>
            </p14:nvContentPartPr>
            <p14:xfrm>
              <a:off x="7137888" y="826488"/>
              <a:ext cx="970920" cy="30528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27448" y="816048"/>
                <a:ext cx="9918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4" name="Ink 53"/>
              <p14:cNvContentPartPr/>
              <p14:nvPr/>
            </p14:nvContentPartPr>
            <p14:xfrm>
              <a:off x="7143288" y="1271088"/>
              <a:ext cx="946440" cy="29088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32848" y="1260648"/>
                <a:ext cx="9673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5" name="Ink 54"/>
              <p14:cNvContentPartPr/>
              <p14:nvPr/>
            </p14:nvContentPartPr>
            <p14:xfrm>
              <a:off x="7198368" y="1833768"/>
              <a:ext cx="879480" cy="34272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87928" y="1823328"/>
                <a:ext cx="9003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7" name="Ink 56"/>
              <p14:cNvContentPartPr/>
              <p14:nvPr/>
            </p14:nvContentPartPr>
            <p14:xfrm>
              <a:off x="1066848" y="4187088"/>
              <a:ext cx="1176840" cy="10512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6408" y="4176648"/>
                <a:ext cx="11977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2" name="Ink 61"/>
              <p14:cNvContentPartPr/>
              <p14:nvPr/>
            </p14:nvContentPartPr>
            <p14:xfrm>
              <a:off x="2609088" y="4107888"/>
              <a:ext cx="1830240" cy="18396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98648" y="4097448"/>
                <a:ext cx="185112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3" name="Ink 62"/>
              <p14:cNvContentPartPr/>
              <p14:nvPr/>
            </p14:nvContentPartPr>
            <p14:xfrm>
              <a:off x="3383448" y="4401288"/>
              <a:ext cx="378000" cy="17100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73008" y="4390848"/>
                <a:ext cx="3988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Ink 66"/>
              <p14:cNvContentPartPr/>
              <p14:nvPr/>
            </p14:nvContentPartPr>
            <p14:xfrm>
              <a:off x="4925328" y="4108248"/>
              <a:ext cx="1799280" cy="18036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14888" y="4097808"/>
                <a:ext cx="1820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8" name="Ink 67"/>
              <p14:cNvContentPartPr/>
              <p14:nvPr/>
            </p14:nvContentPartPr>
            <p14:xfrm>
              <a:off x="4669368" y="4297248"/>
              <a:ext cx="49680" cy="9216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58928" y="4286808"/>
                <a:ext cx="70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9" name="Ink 68"/>
              <p14:cNvContentPartPr/>
              <p14:nvPr/>
            </p14:nvContentPartPr>
            <p14:xfrm>
              <a:off x="5778528" y="4425048"/>
              <a:ext cx="513000" cy="12276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68088" y="4414608"/>
                <a:ext cx="5338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Ink 77"/>
              <p14:cNvContentPartPr/>
              <p14:nvPr/>
            </p14:nvContentPartPr>
            <p14:xfrm>
              <a:off x="4766568" y="3188088"/>
              <a:ext cx="342360" cy="22608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56128" y="3177648"/>
                <a:ext cx="3632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9" name="Ink 78"/>
              <p14:cNvContentPartPr/>
              <p14:nvPr/>
            </p14:nvContentPartPr>
            <p14:xfrm>
              <a:off x="3578208" y="3706488"/>
              <a:ext cx="549000" cy="25560"/>
            </p14:xfrm>
          </p:contentPart>
        </mc:Choice>
        <mc:Fallback xmlns="">
          <p:pic>
            <p:nvPicPr>
              <p:cNvPr id="79" name="Ink 78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67768" y="3696048"/>
                <a:ext cx="5698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5" name="Ink 84"/>
              <p14:cNvContentPartPr/>
              <p14:nvPr/>
            </p14:nvContentPartPr>
            <p14:xfrm>
              <a:off x="6705528" y="542448"/>
              <a:ext cx="1661760" cy="758160"/>
            </p14:xfrm>
          </p:contentPart>
        </mc:Choice>
        <mc:Fallback xmlns="">
          <p:pic>
            <p:nvPicPr>
              <p:cNvPr id="85" name="Ink 84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695088" y="532008"/>
                <a:ext cx="1682640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6" name="Ink 85"/>
              <p14:cNvContentPartPr/>
              <p14:nvPr/>
            </p14:nvContentPartPr>
            <p14:xfrm>
              <a:off x="5486568" y="3072528"/>
              <a:ext cx="18360" cy="24480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76128" y="3062088"/>
                <a:ext cx="392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7" name="Ink 86"/>
              <p14:cNvContentPartPr/>
              <p14:nvPr/>
            </p14:nvContentPartPr>
            <p14:xfrm>
              <a:off x="5254008" y="3114288"/>
              <a:ext cx="117360" cy="10476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43568" y="3103848"/>
                <a:ext cx="1382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8" name="Ink 87"/>
              <p14:cNvContentPartPr/>
              <p14:nvPr/>
            </p14:nvContentPartPr>
            <p14:xfrm>
              <a:off x="5553528" y="3120768"/>
              <a:ext cx="128160" cy="9216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43088" y="3110328"/>
                <a:ext cx="1490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/>
              <p14:cNvContentPartPr/>
              <p14:nvPr/>
            </p14:nvContentPartPr>
            <p14:xfrm>
              <a:off x="5699688" y="3095928"/>
              <a:ext cx="262440" cy="117000"/>
            </p14:xfrm>
          </p:contentPart>
        </mc:Choice>
        <mc:Fallback xmlns="">
          <p:pic>
            <p:nvPicPr>
              <p:cNvPr id="89" name="Ink 88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89248" y="3085488"/>
                <a:ext cx="2833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0" name="Ink 89"/>
              <p14:cNvContentPartPr/>
              <p14:nvPr/>
            </p14:nvContentPartPr>
            <p14:xfrm>
              <a:off x="5047368" y="3170088"/>
              <a:ext cx="86040" cy="14040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36928" y="3159648"/>
                <a:ext cx="1069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1" name="Ink 90"/>
              <p14:cNvContentPartPr/>
              <p14:nvPr/>
            </p14:nvContentPartPr>
            <p14:xfrm>
              <a:off x="5273088" y="3151728"/>
              <a:ext cx="12600" cy="16488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62648" y="3141288"/>
                <a:ext cx="33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2" name="Ink 91"/>
              <p14:cNvContentPartPr/>
              <p14:nvPr/>
            </p14:nvContentPartPr>
            <p14:xfrm>
              <a:off x="5419248" y="3170088"/>
              <a:ext cx="31680" cy="10368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08808" y="3159648"/>
                <a:ext cx="525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3" name="Ink 92"/>
              <p14:cNvContentPartPr/>
              <p14:nvPr/>
            </p14:nvContentPartPr>
            <p14:xfrm>
              <a:off x="5218008" y="3297888"/>
              <a:ext cx="878400" cy="17784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07568" y="3287448"/>
                <a:ext cx="8992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4" name="Ink 93"/>
              <p14:cNvContentPartPr/>
              <p14:nvPr/>
            </p14:nvContentPartPr>
            <p14:xfrm>
              <a:off x="5563968" y="3090528"/>
              <a:ext cx="20160" cy="33588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553528" y="3080088"/>
                <a:ext cx="410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5" name="Ink 94"/>
              <p14:cNvContentPartPr/>
              <p14:nvPr/>
            </p14:nvContentPartPr>
            <p14:xfrm>
              <a:off x="6254448" y="3237048"/>
              <a:ext cx="24840" cy="1260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44008" y="3226608"/>
                <a:ext cx="4572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6740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To drop columns with a high proportion of null or missing values (above a specific threshold)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# Example Data Frame (using base R creation)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 &lt;- </a:t>
            </a:r>
            <a:r>
              <a:rPr lang="en-US" dirty="0" err="1" smtClean="0"/>
              <a:t>data.frame</a:t>
            </a:r>
            <a:r>
              <a:rPr lang="en-US" dirty="0" smtClean="0"/>
              <a:t>(  A = c(1, 2, NA, 4, 5), B = c(NA, NA, 3, 4, 5),  </a:t>
            </a:r>
          </a:p>
          <a:p>
            <a:r>
              <a:rPr lang="en-US" dirty="0" smtClean="0"/>
              <a:t>C = c(1, 2, 3, 4, 5),  D = c(NA, NA, NA, NA, 5))</a:t>
            </a:r>
          </a:p>
          <a:p>
            <a:r>
              <a:rPr lang="en-US" dirty="0" smtClean="0"/>
              <a:t># Define the threshold (e.g., 50%)</a:t>
            </a:r>
          </a:p>
          <a:p>
            <a:r>
              <a:rPr lang="en-US" dirty="0" smtClean="0"/>
              <a:t>threshold &lt;- 0.5# </a:t>
            </a:r>
          </a:p>
          <a:p>
            <a:r>
              <a:rPr lang="en-US" dirty="0" smtClean="0"/>
              <a:t>Calculate the </a:t>
            </a:r>
            <a:r>
              <a:rPr lang="en-US" b="1" dirty="0" smtClean="0"/>
              <a:t>proportion of missing val</a:t>
            </a:r>
            <a:r>
              <a:rPr lang="en-US" dirty="0" smtClean="0"/>
              <a:t>ues for each column</a:t>
            </a:r>
          </a:p>
          <a:p>
            <a:r>
              <a:rPr lang="en-US" dirty="0" err="1" smtClean="0"/>
              <a:t>missing_proportions</a:t>
            </a:r>
            <a:r>
              <a:rPr lang="en-US" dirty="0" smtClean="0"/>
              <a:t> &lt;- </a:t>
            </a:r>
            <a:r>
              <a:rPr lang="en-US" dirty="0" err="1" smtClean="0"/>
              <a:t>colMeans</a:t>
            </a:r>
            <a:r>
              <a:rPr lang="en-US" dirty="0" smtClean="0"/>
              <a:t>(is.na(</a:t>
            </a:r>
            <a:r>
              <a:rPr lang="en-US" dirty="0" err="1" smtClean="0"/>
              <a:t>df</a:t>
            </a:r>
            <a:r>
              <a:rPr lang="en-US" dirty="0" smtClean="0"/>
              <a:t>))</a:t>
            </a:r>
          </a:p>
          <a:p>
            <a:r>
              <a:rPr lang="en-US" dirty="0" smtClean="0"/>
              <a:t># Identify which columns to keep (those below the threshold)</a:t>
            </a:r>
          </a:p>
          <a:p>
            <a:r>
              <a:rPr lang="en-US" dirty="0" err="1" smtClean="0"/>
              <a:t>cols_to_keep</a:t>
            </a:r>
            <a:r>
              <a:rPr lang="en-US" dirty="0" smtClean="0"/>
              <a:t> &lt;- names(</a:t>
            </a:r>
            <a:r>
              <a:rPr lang="en-US" dirty="0" err="1" smtClean="0"/>
              <a:t>df</a:t>
            </a:r>
            <a:r>
              <a:rPr lang="en-US" dirty="0" smtClean="0"/>
              <a:t>[</a:t>
            </a:r>
            <a:r>
              <a:rPr lang="en-US" dirty="0" err="1" smtClean="0"/>
              <a:t>missing_proportions</a:t>
            </a:r>
            <a:r>
              <a:rPr lang="en-US" dirty="0" smtClean="0"/>
              <a:t> &lt;= threshold])</a:t>
            </a:r>
          </a:p>
          <a:p>
            <a:r>
              <a:rPr lang="en-US" dirty="0" err="1" smtClean="0"/>
              <a:t>cols_to_keep</a:t>
            </a:r>
            <a:endParaRPr lang="en-US" dirty="0" smtClean="0"/>
          </a:p>
          <a:p>
            <a:r>
              <a:rPr lang="en-US" dirty="0" smtClean="0"/>
              <a:t># Subset the data frame to keep only those columns</a:t>
            </a:r>
          </a:p>
          <a:p>
            <a:r>
              <a:rPr lang="en-US" dirty="0" err="1" smtClean="0"/>
              <a:t>df_cleaned_base</a:t>
            </a:r>
            <a:r>
              <a:rPr lang="en-US" dirty="0" smtClean="0"/>
              <a:t> &lt;- </a:t>
            </a:r>
            <a:r>
              <a:rPr lang="en-US" dirty="0" err="1" smtClean="0"/>
              <a:t>df</a:t>
            </a:r>
            <a:r>
              <a:rPr lang="en-US" dirty="0" smtClean="0"/>
              <a:t>[</a:t>
            </a:r>
            <a:r>
              <a:rPr lang="en-US" dirty="0" err="1" smtClean="0"/>
              <a:t>cols_to_keep</a:t>
            </a:r>
            <a:r>
              <a:rPr lang="en-US" dirty="0" smtClean="0"/>
              <a:t>]</a:t>
            </a:r>
          </a:p>
          <a:p>
            <a:r>
              <a:rPr lang="en-US" dirty="0" smtClean="0"/>
              <a:t># View the result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df_cleaned_base</a:t>
            </a:r>
            <a:r>
              <a:rPr lang="en-US" dirty="0" smtClean="0"/>
              <a:t>)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0" name="Ink 49"/>
              <p14:cNvContentPartPr/>
              <p14:nvPr/>
            </p14:nvContentPartPr>
            <p14:xfrm>
              <a:off x="2261688" y="2974704"/>
              <a:ext cx="670680" cy="51876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1248" y="2964264"/>
                <a:ext cx="69156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0" name="Ink 59"/>
              <p14:cNvContentPartPr/>
              <p14:nvPr/>
            </p14:nvContentPartPr>
            <p14:xfrm>
              <a:off x="4512768" y="2767704"/>
              <a:ext cx="931320" cy="344520"/>
            </p14:xfrm>
          </p:contentPart>
        </mc:Choice>
        <mc:Fallback xmlns="">
          <p:pic>
            <p:nvPicPr>
              <p:cNvPr id="60" name="Ink 5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2328" y="2757264"/>
                <a:ext cx="9522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7" name="Ink 66"/>
              <p14:cNvContentPartPr/>
              <p14:nvPr/>
            </p14:nvContentPartPr>
            <p14:xfrm>
              <a:off x="1395888" y="3968304"/>
              <a:ext cx="2786400" cy="4932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85448" y="3957864"/>
                <a:ext cx="2807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2" name="Ink 71"/>
              <p14:cNvContentPartPr/>
              <p14:nvPr/>
            </p14:nvContentPartPr>
            <p14:xfrm>
              <a:off x="2231088" y="4303824"/>
              <a:ext cx="1390320" cy="244080"/>
            </p14:xfrm>
          </p:contentPart>
        </mc:Choice>
        <mc:Fallback xmlns="">
          <p:pic>
            <p:nvPicPr>
              <p:cNvPr id="72" name="Ink 7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20648" y="4293384"/>
                <a:ext cx="14112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3" name="Ink 72"/>
              <p14:cNvContentPartPr/>
              <p14:nvPr/>
            </p14:nvContentPartPr>
            <p14:xfrm>
              <a:off x="3718608" y="4309944"/>
              <a:ext cx="1883880" cy="9828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08168" y="4299504"/>
                <a:ext cx="19047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8" name="Ink 87"/>
              <p14:cNvContentPartPr/>
              <p14:nvPr/>
            </p14:nvContentPartPr>
            <p14:xfrm>
              <a:off x="5814888" y="4308504"/>
              <a:ext cx="366840" cy="6264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04448" y="4298064"/>
                <a:ext cx="387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1" name="Ink 90"/>
              <p14:cNvContentPartPr/>
              <p14:nvPr/>
            </p14:nvContentPartPr>
            <p14:xfrm>
              <a:off x="6381888" y="4270344"/>
              <a:ext cx="502920" cy="3384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71448" y="4259904"/>
                <a:ext cx="523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2" name="Ink 91"/>
              <p14:cNvContentPartPr/>
              <p14:nvPr/>
            </p14:nvContentPartPr>
            <p14:xfrm>
              <a:off x="6339768" y="4328304"/>
              <a:ext cx="543960" cy="2448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29328" y="4317864"/>
                <a:ext cx="5648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Ink 95"/>
              <p14:cNvContentPartPr/>
              <p14:nvPr/>
            </p14:nvContentPartPr>
            <p14:xfrm>
              <a:off x="670488" y="4181784"/>
              <a:ext cx="134640" cy="1128240"/>
            </p14:xfrm>
          </p:contentPart>
        </mc:Choice>
        <mc:Fallback xmlns="">
          <p:pic>
            <p:nvPicPr>
              <p:cNvPr id="96" name="Ink 9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0048" y="4171344"/>
                <a:ext cx="155520" cy="11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7" name="Ink 96"/>
              <p14:cNvContentPartPr/>
              <p14:nvPr/>
            </p14:nvContentPartPr>
            <p14:xfrm>
              <a:off x="286368" y="4212384"/>
              <a:ext cx="506520" cy="61200"/>
            </p14:xfrm>
          </p:contentPart>
        </mc:Choice>
        <mc:Fallback xmlns="">
          <p:pic>
            <p:nvPicPr>
              <p:cNvPr id="97" name="Ink 9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5928" y="4201944"/>
                <a:ext cx="5274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8" name="Ink 97"/>
              <p14:cNvContentPartPr/>
              <p14:nvPr/>
            </p14:nvContentPartPr>
            <p14:xfrm>
              <a:off x="858408" y="4273224"/>
              <a:ext cx="1422000" cy="92160"/>
            </p14:xfrm>
          </p:contentPart>
        </mc:Choice>
        <mc:Fallback xmlns="">
          <p:pic>
            <p:nvPicPr>
              <p:cNvPr id="98" name="Ink 97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7968" y="4262784"/>
                <a:ext cx="14428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3" name="Ink 102"/>
              <p14:cNvContentPartPr/>
              <p14:nvPr/>
            </p14:nvContentPartPr>
            <p14:xfrm>
              <a:off x="3243048" y="5230464"/>
              <a:ext cx="1415160" cy="14076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2608" y="5220024"/>
                <a:ext cx="14360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/>
              <p14:cNvContentPartPr/>
              <p14:nvPr/>
            </p14:nvContentPartPr>
            <p14:xfrm>
              <a:off x="3035688" y="5102304"/>
              <a:ext cx="1896840" cy="343800"/>
            </p14:xfrm>
          </p:contentPart>
        </mc:Choice>
        <mc:Fallback xmlns="">
          <p:pic>
            <p:nvPicPr>
              <p:cNvPr id="106" name="Ink 105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5248" y="5091864"/>
                <a:ext cx="19177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7" name="Ink 106"/>
              <p14:cNvContentPartPr/>
              <p14:nvPr/>
            </p14:nvContentPartPr>
            <p14:xfrm>
              <a:off x="4866648" y="5059464"/>
              <a:ext cx="201960" cy="123120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56208" y="5049024"/>
                <a:ext cx="222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1" name="Ink 110"/>
              <p14:cNvContentPartPr/>
              <p14:nvPr/>
            </p14:nvContentPartPr>
            <p14:xfrm>
              <a:off x="383928" y="5114544"/>
              <a:ext cx="372240" cy="16488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3488" y="5104104"/>
                <a:ext cx="3931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2" name="Ink 111"/>
              <p14:cNvContentPartPr/>
              <p14:nvPr/>
            </p14:nvContentPartPr>
            <p14:xfrm>
              <a:off x="450528" y="5145144"/>
              <a:ext cx="378720" cy="20124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0088" y="5134704"/>
                <a:ext cx="399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4" name="Ink 113"/>
              <p14:cNvContentPartPr/>
              <p14:nvPr/>
            </p14:nvContentPartPr>
            <p14:xfrm>
              <a:off x="436488" y="2816304"/>
              <a:ext cx="2374200" cy="44604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6048" y="2805864"/>
                <a:ext cx="239508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5" name="Ink 114"/>
              <p14:cNvContentPartPr/>
              <p14:nvPr/>
            </p14:nvContentPartPr>
            <p14:xfrm>
              <a:off x="3029568" y="2853024"/>
              <a:ext cx="927720" cy="237960"/>
            </p14:xfrm>
          </p:contentPart>
        </mc:Choice>
        <mc:Fallback xmlns="">
          <p:pic>
            <p:nvPicPr>
              <p:cNvPr id="115" name="Ink 114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19128" y="2842584"/>
                <a:ext cx="9486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6" name="Ink 115"/>
              <p14:cNvContentPartPr/>
              <p14:nvPr/>
            </p14:nvContentPartPr>
            <p14:xfrm>
              <a:off x="3310008" y="3340464"/>
              <a:ext cx="5663520" cy="756360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99568" y="3330024"/>
                <a:ext cx="5684400" cy="7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7" name="Ink 116"/>
              <p14:cNvContentPartPr/>
              <p14:nvPr/>
            </p14:nvContentPartPr>
            <p14:xfrm>
              <a:off x="7565208" y="4273224"/>
              <a:ext cx="1073160" cy="592200"/>
            </p14:xfrm>
          </p:contentPart>
        </mc:Choice>
        <mc:Fallback xmlns="">
          <p:pic>
            <p:nvPicPr>
              <p:cNvPr id="117" name="Ink 116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54768" y="4262784"/>
                <a:ext cx="1094040" cy="61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Ink 118"/>
              <p14:cNvContentPartPr/>
              <p14:nvPr/>
            </p14:nvContentPartPr>
            <p14:xfrm>
              <a:off x="2224968" y="3401664"/>
              <a:ext cx="2969280" cy="6192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14528" y="3391224"/>
                <a:ext cx="29901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3" name="Ink 122"/>
              <p14:cNvContentPartPr/>
              <p14:nvPr/>
            </p14:nvContentPartPr>
            <p14:xfrm>
              <a:off x="3418728" y="4358544"/>
              <a:ext cx="318600" cy="189360"/>
            </p14:xfrm>
          </p:contentPart>
        </mc:Choice>
        <mc:Fallback xmlns="">
          <p:pic>
            <p:nvPicPr>
              <p:cNvPr id="123" name="Ink 122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08288" y="4348104"/>
                <a:ext cx="339480" cy="21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35028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Imputing Missing Data (Filling In)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888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305800" cy="65532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 Create a focused 2-column </a:t>
            </a:r>
            <a:r>
              <a:rPr lang="en-US" dirty="0" err="1"/>
              <a:t>dataframe</a:t>
            </a:r>
            <a:r>
              <a:rPr lang="en-US" dirty="0"/>
              <a:t> with various missing value patterns</a:t>
            </a:r>
          </a:p>
          <a:p>
            <a:r>
              <a:rPr lang="en-US" dirty="0" err="1"/>
              <a:t>set.seed</a:t>
            </a:r>
            <a:r>
              <a:rPr lang="en-US" dirty="0"/>
              <a:t>(123)</a:t>
            </a:r>
          </a:p>
          <a:p>
            <a:r>
              <a:rPr lang="en-US" dirty="0" err="1" smtClean="0"/>
              <a:t>two_column_df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data.frame</a:t>
            </a:r>
            <a:r>
              <a:rPr lang="en-US" dirty="0"/>
              <a:t>(</a:t>
            </a:r>
          </a:p>
          <a:p>
            <a:r>
              <a:rPr lang="en-US" dirty="0"/>
              <a:t>  # Column 1: String values with various NA representations</a:t>
            </a:r>
          </a:p>
          <a:p>
            <a:r>
              <a:rPr lang="en-US" dirty="0"/>
              <a:t>  </a:t>
            </a:r>
            <a:r>
              <a:rPr lang="en-US" dirty="0" err="1"/>
              <a:t>customer_name</a:t>
            </a:r>
            <a:r>
              <a:rPr lang="en-US" dirty="0"/>
              <a:t> = c(</a:t>
            </a:r>
          </a:p>
          <a:p>
            <a:r>
              <a:rPr lang="en-US" dirty="0"/>
              <a:t>    "Alice Johnson", "Bob Smith", "NULL", "null", </a:t>
            </a:r>
          </a:p>
          <a:p>
            <a:r>
              <a:rPr lang="en-US" dirty="0"/>
              <a:t>    "N/A", "n/a", "</a:t>
            </a:r>
            <a:r>
              <a:rPr lang="en-US" dirty="0" err="1"/>
              <a:t>NaN</a:t>
            </a:r>
            <a:r>
              <a:rPr lang="en-US" dirty="0"/>
              <a:t>", "nan", "   ", "", </a:t>
            </a:r>
          </a:p>
          <a:p>
            <a:r>
              <a:rPr lang="en-US" dirty="0"/>
              <a:t>    "Charlie Brown", "David Wilson", "Missing", </a:t>
            </a:r>
          </a:p>
          <a:p>
            <a:r>
              <a:rPr lang="en-US" dirty="0"/>
              <a:t>    "Eve Davis", "unknown", "Frank Miller", </a:t>
            </a:r>
          </a:p>
          <a:p>
            <a:r>
              <a:rPr lang="en-US" dirty="0"/>
              <a:t>    "Grace Lee", "Henry Taylor", "Ivy Chen", "Jack White"</a:t>
            </a:r>
          </a:p>
          <a:p>
            <a:r>
              <a:rPr lang="en-US" dirty="0"/>
              <a:t>  ),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# Column 2: Numeric values with NA, </a:t>
            </a:r>
            <a:r>
              <a:rPr lang="en-US" dirty="0" err="1"/>
              <a:t>NaN</a:t>
            </a:r>
            <a:r>
              <a:rPr lang="en-US" dirty="0"/>
              <a:t>, and text representations</a:t>
            </a:r>
          </a:p>
          <a:p>
            <a:r>
              <a:rPr lang="en-US" dirty="0"/>
              <a:t>  </a:t>
            </a:r>
            <a:r>
              <a:rPr lang="en-US" dirty="0" err="1"/>
              <a:t>transaction_amount</a:t>
            </a:r>
            <a:r>
              <a:rPr lang="en-US" dirty="0"/>
              <a:t> = c(</a:t>
            </a:r>
          </a:p>
          <a:p>
            <a:r>
              <a:rPr lang="en-US" dirty="0"/>
              <a:t>    1500.50, NA, 2300, </a:t>
            </a:r>
            <a:r>
              <a:rPr lang="en-US" dirty="0" err="1"/>
              <a:t>NaN</a:t>
            </a:r>
            <a:r>
              <a:rPr lang="en-US" dirty="0"/>
              <a:t>,           # Standard NA and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    "N/A", "2,500.75", "nan", NA,      # Text representations</a:t>
            </a:r>
          </a:p>
          <a:p>
            <a:r>
              <a:rPr lang="en-US" dirty="0"/>
              <a:t>    1800.25, 3100, 1850.30, 2700,     # Normal numbers</a:t>
            </a:r>
          </a:p>
          <a:p>
            <a:r>
              <a:rPr lang="en-US" dirty="0"/>
              <a:t>    "NA", 1950.45, 3200.80, 2100,     # Mixed with text NA</a:t>
            </a:r>
          </a:p>
          <a:p>
            <a:r>
              <a:rPr lang="en-US" dirty="0"/>
              <a:t>    "null", 2850.90, "</a:t>
            </a:r>
            <a:r>
              <a:rPr lang="en-US" dirty="0" err="1"/>
              <a:t>NaN</a:t>
            </a:r>
            <a:r>
              <a:rPr lang="en-US" dirty="0"/>
              <a:t>"            # More text representations</a:t>
            </a:r>
          </a:p>
          <a:p>
            <a:r>
              <a:rPr lang="en-US" dirty="0"/>
              <a:t>  ),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</a:t>
            </a:r>
            <a:r>
              <a:rPr lang="en-US" dirty="0" err="1"/>
              <a:t>stringsAsFactors</a:t>
            </a:r>
            <a:r>
              <a:rPr lang="en-US" dirty="0"/>
              <a:t> = FALSE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220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305800" cy="6858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#' Clean 2-Column </a:t>
            </a:r>
            <a:r>
              <a:rPr lang="en-US" dirty="0" err="1"/>
              <a:t>DataFrame</a:t>
            </a:r>
            <a:r>
              <a:rPr lang="en-US" dirty="0"/>
              <a:t> with Mixed Missing Values</a:t>
            </a:r>
          </a:p>
          <a:p>
            <a:r>
              <a:rPr lang="en-US" dirty="0" err="1" smtClean="0"/>
              <a:t>clean_two_columns</a:t>
            </a:r>
            <a:r>
              <a:rPr lang="en-US" dirty="0" smtClean="0"/>
              <a:t> </a:t>
            </a:r>
            <a:r>
              <a:rPr lang="en-US" dirty="0"/>
              <a:t>&lt;- function(</a:t>
            </a:r>
            <a:r>
              <a:rPr lang="en-US" dirty="0" err="1"/>
              <a:t>df</a:t>
            </a:r>
            <a:r>
              <a:rPr lang="en-US" dirty="0"/>
              <a:t>, col1_type = "character", col2_type = "numeric", report = TRUE) {</a:t>
            </a:r>
          </a:p>
          <a:p>
            <a:r>
              <a:rPr lang="en-US" dirty="0"/>
              <a:t>  </a:t>
            </a:r>
          </a:p>
          <a:p>
            <a:r>
              <a:rPr lang="en-US" dirty="0" smtClean="0"/>
              <a:t>    </a:t>
            </a:r>
            <a:r>
              <a:rPr lang="en-US" dirty="0"/>
              <a:t># Make a copy</a:t>
            </a:r>
          </a:p>
          <a:p>
            <a:r>
              <a:rPr lang="en-US" dirty="0"/>
              <a:t>  cleaned &lt;- </a:t>
            </a:r>
            <a:r>
              <a:rPr lang="en-US" dirty="0" err="1"/>
              <a:t>df</a:t>
            </a:r>
            <a:endParaRPr lang="en-US" dirty="0"/>
          </a:p>
          <a:p>
            <a:r>
              <a:rPr lang="en-US" dirty="0"/>
              <a:t>  </a:t>
            </a:r>
          </a:p>
          <a:p>
            <a:r>
              <a:rPr lang="en-US" dirty="0"/>
              <a:t>  # Step 1: Clean the first column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  if (col1_type == "character") {</a:t>
            </a:r>
          </a:p>
          <a:p>
            <a:r>
              <a:rPr lang="en-US" dirty="0"/>
              <a:t>    # For character columns</a:t>
            </a:r>
          </a:p>
          <a:p>
            <a:r>
              <a:rPr lang="en-US" dirty="0"/>
              <a:t>    cleaned[[1]] &lt;- </a:t>
            </a:r>
            <a:r>
              <a:rPr lang="en-US" dirty="0" err="1"/>
              <a:t>as.character</a:t>
            </a:r>
            <a:r>
              <a:rPr lang="en-US" dirty="0"/>
              <a:t>(cleaned[[1]])</a:t>
            </a:r>
          </a:p>
          <a:p>
            <a:r>
              <a:rPr lang="en-US" dirty="0"/>
              <a:t>   </a:t>
            </a:r>
            <a:r>
              <a:rPr lang="en-US" dirty="0" smtClean="0"/>
              <a:t># </a:t>
            </a:r>
            <a:r>
              <a:rPr lang="en-US" dirty="0"/>
              <a:t>Define patterns to convert to NA</a:t>
            </a:r>
          </a:p>
          <a:p>
            <a:r>
              <a:rPr lang="en-US" dirty="0"/>
              <a:t>    </a:t>
            </a:r>
            <a:r>
              <a:rPr lang="en-US" dirty="0" err="1"/>
              <a:t>missing_patterns</a:t>
            </a:r>
            <a:r>
              <a:rPr lang="en-US" dirty="0"/>
              <a:t> &lt;- c("NULL", "null", "N/A", "n/a", "NA", "</a:t>
            </a:r>
            <a:r>
              <a:rPr lang="en-US" dirty="0" err="1"/>
              <a:t>na</a:t>
            </a:r>
            <a:r>
              <a:rPr lang="en-US" dirty="0"/>
              <a:t>", </a:t>
            </a:r>
          </a:p>
          <a:p>
            <a:r>
              <a:rPr lang="en-US" dirty="0"/>
              <a:t>                         "</a:t>
            </a:r>
            <a:r>
              <a:rPr lang="en-US" dirty="0" err="1"/>
              <a:t>NaN</a:t>
            </a:r>
            <a:r>
              <a:rPr lang="en-US" dirty="0"/>
              <a:t>", "nan", "Missing", "missing", "MISSING",</a:t>
            </a:r>
          </a:p>
          <a:p>
            <a:r>
              <a:rPr lang="en-US" dirty="0"/>
              <a:t>                         "Unknown", "unknown", "UNKNOWN")</a:t>
            </a:r>
          </a:p>
          <a:p>
            <a:r>
              <a:rPr lang="en-US" dirty="0"/>
              <a:t>  </a:t>
            </a:r>
            <a:r>
              <a:rPr lang="en-US" b="1" i="1" dirty="0" smtClean="0"/>
              <a:t># </a:t>
            </a:r>
            <a:r>
              <a:rPr lang="en-US" b="1" i="1" dirty="0"/>
              <a:t>Convert to lowercase for case-insensitive matching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dirty="0" err="1" smtClean="0"/>
              <a:t>cleaned_lower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trimws</a:t>
            </a:r>
            <a:r>
              <a:rPr lang="en-US" dirty="0"/>
              <a:t>(cleaned[[1]])) </a:t>
            </a:r>
            <a:endParaRPr lang="en-US" dirty="0" smtClean="0"/>
          </a:p>
          <a:p>
            <a:endParaRPr lang="en-US" i="1" dirty="0" smtClean="0"/>
          </a:p>
          <a:p>
            <a:r>
              <a:rPr lang="en-US" b="1" i="1" dirty="0" smtClean="0"/>
              <a:t># </a:t>
            </a:r>
            <a:r>
              <a:rPr lang="en-US" b="1" i="1" dirty="0"/>
              <a:t>Check against lowercase </a:t>
            </a:r>
            <a:r>
              <a:rPr lang="en-US" b="1" i="1" dirty="0" smtClean="0"/>
              <a:t>patterns</a:t>
            </a:r>
          </a:p>
          <a:p>
            <a:r>
              <a:rPr lang="en-US" dirty="0" smtClean="0"/>
              <a:t> </a:t>
            </a:r>
            <a:r>
              <a:rPr lang="en-US" dirty="0" err="1"/>
              <a:t>missing_patterns_lower</a:t>
            </a:r>
            <a:r>
              <a:rPr lang="en-US" dirty="0"/>
              <a:t> &lt;- 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missing_patterns</a:t>
            </a:r>
            <a:r>
              <a:rPr lang="en-US" dirty="0"/>
              <a:t>)</a:t>
            </a:r>
          </a:p>
          <a:p>
            <a:pPr lvl="0"/>
            <a:r>
              <a:rPr lang="en-US" dirty="0" smtClean="0"/>
              <a:t>     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5009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# Convert patterns to NA</a:t>
            </a:r>
          </a:p>
          <a:p>
            <a:r>
              <a:rPr lang="en-US" b="1" i="1" dirty="0"/>
              <a:t># Single check against all patterns</a:t>
            </a:r>
            <a:r>
              <a:rPr lang="en-US" b="1" dirty="0"/>
              <a:t>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is_missing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cleaned_lower</a:t>
            </a:r>
            <a:r>
              <a:rPr lang="en-US" dirty="0"/>
              <a:t> %in% </a:t>
            </a:r>
            <a:r>
              <a:rPr lang="en-US" dirty="0" err="1"/>
              <a:t>patterns_lower</a:t>
            </a:r>
            <a:r>
              <a:rPr lang="en-US" dirty="0"/>
              <a:t> </a:t>
            </a:r>
            <a:endParaRPr lang="en-US" dirty="0" smtClean="0"/>
          </a:p>
          <a:p>
            <a:endParaRPr lang="en-US" i="1" dirty="0" smtClean="0"/>
          </a:p>
          <a:p>
            <a:r>
              <a:rPr lang="en-US" b="1" i="1" dirty="0" smtClean="0"/>
              <a:t># </a:t>
            </a:r>
            <a:r>
              <a:rPr lang="en-US" b="1" i="1" dirty="0"/>
              <a:t>Replace all at once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dirty="0" smtClean="0"/>
              <a:t>cleaned</a:t>
            </a:r>
            <a:r>
              <a:rPr lang="en-US" dirty="0"/>
              <a:t>[[1]][</a:t>
            </a:r>
            <a:r>
              <a:rPr lang="en-US" dirty="0" err="1"/>
              <a:t>is_missing</a:t>
            </a:r>
            <a:r>
              <a:rPr lang="en-US" dirty="0"/>
              <a:t>] &lt;- </a:t>
            </a:r>
            <a:r>
              <a:rPr lang="en-US" dirty="0" err="1"/>
              <a:t>NA_character</a:t>
            </a:r>
            <a:r>
              <a:rPr lang="en-US" dirty="0" smtClean="0"/>
              <a:t>_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# Handle empty strings and whitespace</a:t>
            </a:r>
          </a:p>
          <a:p>
            <a:pPr lvl="0"/>
            <a:r>
              <a:rPr lang="en-US" dirty="0"/>
              <a:t> cleaned[[1]][</a:t>
            </a:r>
            <a:r>
              <a:rPr lang="en-US" dirty="0" err="1"/>
              <a:t>trimws</a:t>
            </a:r>
            <a:r>
              <a:rPr lang="en-US" dirty="0"/>
              <a:t>(cleaned[[1]]) == ""] &lt;- </a:t>
            </a:r>
            <a:r>
              <a:rPr lang="en-US" dirty="0" err="1"/>
              <a:t>NA_character</a:t>
            </a:r>
            <a:r>
              <a:rPr lang="en-US" dirty="0"/>
              <a:t>_</a:t>
            </a:r>
          </a:p>
          <a:p>
            <a:pPr lvl="0"/>
            <a:r>
              <a:rPr lang="en-US" dirty="0"/>
              <a:t> </a:t>
            </a:r>
            <a:r>
              <a:rPr lang="en-US" dirty="0" smtClean="0"/>
              <a:t>cleaned</a:t>
            </a:r>
            <a:r>
              <a:rPr lang="en-US" dirty="0"/>
              <a:t>[[1]][</a:t>
            </a:r>
            <a:r>
              <a:rPr lang="en-US" dirty="0" err="1"/>
              <a:t>grepl</a:t>
            </a:r>
            <a:r>
              <a:rPr lang="en-US" dirty="0"/>
              <a:t>("^\\s*$", cleaned[[1]])] &lt;- </a:t>
            </a:r>
            <a:r>
              <a:rPr lang="en-US" dirty="0" err="1"/>
              <a:t>NA_character</a:t>
            </a:r>
            <a:r>
              <a:rPr lang="en-US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2607301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else if (col1_type == "numeric")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i="1" dirty="0"/>
              <a:t># For numeric columns</a:t>
            </a:r>
            <a:r>
              <a:rPr lang="en-US" dirty="0"/>
              <a:t> </a:t>
            </a:r>
            <a:r>
              <a:rPr lang="en-US" i="1" dirty="0"/>
              <a:t># Remove commas </a:t>
            </a:r>
            <a:r>
              <a:rPr lang="en-US" i="1" dirty="0" smtClean="0"/>
              <a:t>first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</a:t>
            </a:r>
            <a:r>
              <a:rPr lang="en-US" dirty="0" smtClean="0"/>
              <a:t> </a:t>
            </a:r>
            <a:r>
              <a:rPr lang="en-US" dirty="0"/>
              <a:t>cleaned[[1]] &lt;- </a:t>
            </a:r>
            <a:r>
              <a:rPr lang="en-US" dirty="0" err="1"/>
              <a:t>gsub</a:t>
            </a:r>
            <a:r>
              <a:rPr lang="en-US" dirty="0"/>
              <a:t>(",", "", cleaned[[1</a:t>
            </a:r>
            <a:r>
              <a:rPr lang="en-US" dirty="0" smtClean="0"/>
              <a:t>]])</a:t>
            </a:r>
          </a:p>
          <a:p>
            <a:r>
              <a:rPr lang="en-US" i="1" dirty="0"/>
              <a:t># Convert text missing patterns to NA before numeric conversion</a:t>
            </a:r>
            <a:r>
              <a:rPr lang="en-US" dirty="0"/>
              <a:t> </a:t>
            </a:r>
            <a:r>
              <a:rPr lang="en-US" dirty="0" err="1"/>
              <a:t>text_to_na_patterns</a:t>
            </a:r>
            <a:r>
              <a:rPr lang="en-US" dirty="0"/>
              <a:t> &lt;- c("NULL", "null", "N/A", "n/a", "NA", "</a:t>
            </a:r>
            <a:r>
              <a:rPr lang="en-US" dirty="0" err="1"/>
              <a:t>na</a:t>
            </a:r>
            <a:r>
              <a:rPr lang="en-US" dirty="0"/>
              <a:t>", "</a:t>
            </a:r>
            <a:r>
              <a:rPr lang="en-US" dirty="0" err="1"/>
              <a:t>NaN</a:t>
            </a:r>
            <a:r>
              <a:rPr lang="en-US" dirty="0"/>
              <a:t>", "nan", "Missing", "Unknown")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(pattern in </a:t>
            </a:r>
            <a:r>
              <a:rPr lang="en-US" dirty="0" err="1"/>
              <a:t>text_to_na_patterns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{ </a:t>
            </a:r>
            <a:r>
              <a:rPr lang="en-US" dirty="0"/>
              <a:t>cleaned[[1]][</a:t>
            </a:r>
            <a:r>
              <a:rPr lang="en-US" dirty="0" err="1"/>
              <a:t>trimws</a:t>
            </a:r>
            <a:r>
              <a:rPr lang="en-US" dirty="0"/>
              <a:t>(cleaned[[1]]) == pattern] &lt;- </a:t>
            </a:r>
            <a:r>
              <a:rPr lang="en-US" dirty="0" err="1" smtClean="0"/>
              <a:t>NA_real</a:t>
            </a:r>
            <a:r>
              <a:rPr lang="en-US" dirty="0" smtClean="0"/>
              <a:t>_ </a:t>
            </a:r>
            <a:r>
              <a:rPr lang="en-US" dirty="0"/>
              <a:t>} </a:t>
            </a:r>
            <a:endParaRPr lang="en-US" dirty="0" smtClean="0"/>
          </a:p>
          <a:p>
            <a:pPr marL="0" indent="0">
              <a:buNone/>
            </a:pPr>
            <a:r>
              <a:rPr lang="en-US" b="1" i="1" dirty="0" smtClean="0"/>
              <a:t>     # </a:t>
            </a:r>
            <a:r>
              <a:rPr lang="en-US" b="1" i="1" dirty="0"/>
              <a:t>Convert to numeric (text becomes NA)</a:t>
            </a:r>
            <a:r>
              <a:rPr lang="en-US" b="1" dirty="0"/>
              <a:t>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       cleaned</a:t>
            </a:r>
            <a:r>
              <a:rPr lang="en-US" dirty="0"/>
              <a:t>[[1]] &lt;- </a:t>
            </a:r>
            <a:r>
              <a:rPr lang="en-US" dirty="0" err="1"/>
              <a:t>suppressWarnings</a:t>
            </a:r>
            <a:r>
              <a:rPr lang="en-US" dirty="0"/>
              <a:t>(</a:t>
            </a:r>
            <a:r>
              <a:rPr lang="en-US" dirty="0" err="1"/>
              <a:t>as.numeric</a:t>
            </a:r>
            <a:r>
              <a:rPr lang="en-US" dirty="0"/>
              <a:t>(cleaned[[1]]))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i="1" dirty="0" smtClean="0"/>
              <a:t>   </a:t>
            </a:r>
            <a:endParaRPr lang="en-US" dirty="0"/>
          </a:p>
          <a:p>
            <a:r>
              <a:rPr lang="en-US" i="1" dirty="0"/>
              <a:t># Clean with appropriate types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err="1" smtClean="0"/>
              <a:t>cleaned_two_cols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clean_two_columns</a:t>
            </a:r>
            <a:r>
              <a:rPr lang="en-US" dirty="0"/>
              <a:t>(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two_column_df</a:t>
            </a:r>
            <a:r>
              <a:rPr lang="en-US" dirty="0"/>
              <a:t>, col1_type = "character", </a:t>
            </a:r>
            <a:r>
              <a:rPr lang="en-US" i="1" dirty="0"/>
              <a:t># </a:t>
            </a:r>
            <a:r>
              <a:rPr lang="en-US" i="1" dirty="0" err="1"/>
              <a:t>customer_name</a:t>
            </a:r>
            <a:r>
              <a:rPr lang="en-US" i="1" dirty="0"/>
              <a:t> should be character</a:t>
            </a:r>
            <a:r>
              <a:rPr lang="en-US" dirty="0"/>
              <a:t> col2_type = "numeric", </a:t>
            </a:r>
            <a:r>
              <a:rPr lang="en-US" i="1" dirty="0"/>
              <a:t># </a:t>
            </a:r>
            <a:r>
              <a:rPr lang="en-US" i="1" dirty="0" err="1"/>
              <a:t>transaction_amount</a:t>
            </a:r>
            <a:r>
              <a:rPr lang="en-US" i="1" dirty="0"/>
              <a:t> should be numeric</a:t>
            </a:r>
            <a:r>
              <a:rPr lang="en-US" dirty="0"/>
              <a:t> report = TRUE )</a:t>
            </a:r>
          </a:p>
        </p:txBody>
      </p:sp>
    </p:spTree>
    <p:extLst>
      <p:ext uri="{BB962C8B-B14F-4D97-AF65-F5344CB8AC3E}">
        <p14:creationId xmlns:p14="http://schemas.microsoft.com/office/powerpoint/2010/main" val="38104597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Examine the data types of columns </a:t>
            </a:r>
          </a:p>
          <a:p>
            <a:r>
              <a:rPr lang="en-US" b="1" dirty="0" smtClean="0"/>
              <a:t>For NULL/NA</a:t>
            </a:r>
          </a:p>
          <a:p>
            <a:r>
              <a:rPr lang="en-US" b="1" dirty="0" smtClean="0"/>
              <a:t>1.Diagnose</a:t>
            </a:r>
            <a:r>
              <a:rPr lang="en-US" dirty="0"/>
              <a:t> → 2. </a:t>
            </a:r>
            <a:r>
              <a:rPr lang="en-US" b="1" dirty="0"/>
              <a:t>Standardize missing strings</a:t>
            </a:r>
            <a:r>
              <a:rPr lang="en-US" dirty="0"/>
              <a:t> → 3. </a:t>
            </a:r>
            <a:r>
              <a:rPr lang="en-US" b="1" dirty="0"/>
              <a:t>Convert types</a:t>
            </a:r>
            <a:r>
              <a:rPr lang="en-US" dirty="0"/>
              <a:t> → 4. </a:t>
            </a:r>
            <a:r>
              <a:rPr lang="en-US" b="1" dirty="0"/>
              <a:t>Handle NAs</a:t>
            </a:r>
            <a:r>
              <a:rPr lang="en-US" dirty="0"/>
              <a:t> → 5. </a:t>
            </a:r>
            <a:r>
              <a:rPr lang="en-US" b="1" dirty="0"/>
              <a:t>Validate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554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8458200" cy="612616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# Function to clean a </a:t>
            </a:r>
            <a:r>
              <a:rPr lang="en-US" dirty="0" err="1"/>
              <a:t>DataFrame</a:t>
            </a:r>
            <a:r>
              <a:rPr lang="en-US" dirty="0"/>
              <a:t> column with mixed NA/NULL issues</a:t>
            </a:r>
          </a:p>
          <a:p>
            <a:r>
              <a:rPr lang="en-US" dirty="0" err="1"/>
              <a:t>clean_dataframe_column</a:t>
            </a:r>
            <a:r>
              <a:rPr lang="en-US" dirty="0"/>
              <a:t> &lt;- function(</a:t>
            </a:r>
            <a:r>
              <a:rPr lang="en-US" dirty="0" err="1"/>
              <a:t>df</a:t>
            </a:r>
            <a:r>
              <a:rPr lang="en-US" dirty="0"/>
              <a:t>, </a:t>
            </a:r>
            <a:r>
              <a:rPr lang="en-US" dirty="0" err="1"/>
              <a:t>column_name</a:t>
            </a:r>
            <a:r>
              <a:rPr lang="en-US" dirty="0"/>
              <a:t>) {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# Get the column</a:t>
            </a:r>
          </a:p>
          <a:p>
            <a:r>
              <a:rPr lang="en-US" dirty="0"/>
              <a:t>  </a:t>
            </a:r>
            <a:r>
              <a:rPr lang="en-US" dirty="0" err="1"/>
              <a:t>col_data</a:t>
            </a:r>
            <a:r>
              <a:rPr lang="en-US" dirty="0"/>
              <a:t> &lt;- </a:t>
            </a:r>
            <a:r>
              <a:rPr lang="en-US" dirty="0" err="1"/>
              <a:t>df</a:t>
            </a:r>
            <a:r>
              <a:rPr lang="en-US" dirty="0"/>
              <a:t>[[</a:t>
            </a:r>
            <a:r>
              <a:rPr lang="en-US" dirty="0" err="1"/>
              <a:t>column_name</a:t>
            </a:r>
            <a:r>
              <a:rPr lang="en-US" dirty="0"/>
              <a:t>]]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# Step 1: Handle string "NULL" and empty strings</a:t>
            </a:r>
          </a:p>
          <a:p>
            <a:r>
              <a:rPr lang="en-US" dirty="0"/>
              <a:t>  if (</a:t>
            </a:r>
            <a:r>
              <a:rPr lang="en-US" dirty="0" err="1"/>
              <a:t>is.character</a:t>
            </a:r>
            <a:r>
              <a:rPr lang="en-US" dirty="0"/>
              <a:t>(</a:t>
            </a:r>
            <a:r>
              <a:rPr lang="en-US" dirty="0" err="1"/>
              <a:t>col_data</a:t>
            </a:r>
            <a:r>
              <a:rPr lang="en-US" dirty="0"/>
              <a:t>)) {</a:t>
            </a:r>
          </a:p>
          <a:p>
            <a:r>
              <a:rPr lang="en-US" dirty="0"/>
              <a:t>    # Convert all missing indicators to NA</a:t>
            </a:r>
          </a:p>
          <a:p>
            <a:r>
              <a:rPr lang="en-US" dirty="0"/>
              <a:t>    </a:t>
            </a:r>
            <a:r>
              <a:rPr lang="en-US" dirty="0" err="1"/>
              <a:t>col_data</a:t>
            </a:r>
            <a:r>
              <a:rPr lang="en-US" dirty="0"/>
              <a:t>[</a:t>
            </a:r>
            <a:r>
              <a:rPr lang="en-US" dirty="0" err="1"/>
              <a:t>col_data</a:t>
            </a:r>
            <a:r>
              <a:rPr lang="en-US" dirty="0"/>
              <a:t> %in% c("", "NULL", "null", "NA", "N/A", "</a:t>
            </a:r>
            <a:r>
              <a:rPr lang="en-US" dirty="0" err="1"/>
              <a:t>NaN</a:t>
            </a:r>
            <a:r>
              <a:rPr lang="en-US" dirty="0"/>
              <a:t>")] &lt;- NA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# Step 2: Convert to appropriate type</a:t>
            </a:r>
          </a:p>
          <a:p>
            <a:r>
              <a:rPr lang="en-US" dirty="0"/>
              <a:t>  # Try numeric first, fall back to original if fails</a:t>
            </a:r>
          </a:p>
          <a:p>
            <a:r>
              <a:rPr lang="en-US" dirty="0"/>
              <a:t>  converted &lt;- </a:t>
            </a:r>
            <a:r>
              <a:rPr lang="en-US" dirty="0" err="1"/>
              <a:t>suppressWarnings</a:t>
            </a:r>
            <a:r>
              <a:rPr lang="en-US" dirty="0"/>
              <a:t>(</a:t>
            </a:r>
            <a:r>
              <a:rPr lang="en-US" dirty="0" err="1"/>
              <a:t>as.numeric</a:t>
            </a:r>
            <a:r>
              <a:rPr lang="en-US" dirty="0"/>
              <a:t>(</a:t>
            </a:r>
            <a:r>
              <a:rPr lang="en-US" dirty="0" err="1"/>
              <a:t>col_data</a:t>
            </a:r>
            <a:r>
              <a:rPr lang="en-US" dirty="0"/>
              <a:t>))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if (all(is.na(converted)) &amp;&amp; !all(is.na(</a:t>
            </a:r>
            <a:r>
              <a:rPr lang="en-US" dirty="0" err="1"/>
              <a:t>col_data</a:t>
            </a:r>
            <a:r>
              <a:rPr lang="en-US" dirty="0"/>
              <a:t>))) {</a:t>
            </a:r>
          </a:p>
          <a:p>
            <a:r>
              <a:rPr lang="en-US" dirty="0"/>
              <a:t>    # Not numeric, try date</a:t>
            </a:r>
          </a:p>
          <a:p>
            <a:r>
              <a:rPr lang="en-US" dirty="0"/>
              <a:t>    converted &lt;- </a:t>
            </a:r>
            <a:r>
              <a:rPr lang="en-US" dirty="0" err="1"/>
              <a:t>as.Date</a:t>
            </a:r>
            <a:r>
              <a:rPr lang="en-US" dirty="0"/>
              <a:t>(</a:t>
            </a:r>
            <a:r>
              <a:rPr lang="en-US" dirty="0" err="1"/>
              <a:t>col_data</a:t>
            </a:r>
            <a:r>
              <a:rPr lang="en-US" dirty="0"/>
              <a:t>)</a:t>
            </a:r>
          </a:p>
          <a:p>
            <a:r>
              <a:rPr lang="en-US" dirty="0"/>
              <a:t>    if (all(is.na(converted))) {</a:t>
            </a:r>
          </a:p>
          <a:p>
            <a:r>
              <a:rPr lang="en-US" dirty="0"/>
              <a:t>      # Keep as character</a:t>
            </a:r>
          </a:p>
          <a:p>
            <a:r>
              <a:rPr lang="en-US" dirty="0"/>
              <a:t>      converted &lt;- </a:t>
            </a:r>
            <a:r>
              <a:rPr lang="en-US" dirty="0" err="1"/>
              <a:t>col_data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880847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 # Step 3: Handle remaining NAs (optional imputation)</a:t>
            </a:r>
          </a:p>
          <a:p>
            <a:r>
              <a:rPr lang="en-US" dirty="0"/>
              <a:t>  if (</a:t>
            </a:r>
            <a:r>
              <a:rPr lang="en-US" dirty="0" err="1"/>
              <a:t>is.numeric</a:t>
            </a:r>
            <a:r>
              <a:rPr lang="en-US" dirty="0"/>
              <a:t>(converted)) {</a:t>
            </a:r>
          </a:p>
          <a:p>
            <a:r>
              <a:rPr lang="en-US" dirty="0"/>
              <a:t>    # Impute with median for numeric columns</a:t>
            </a:r>
          </a:p>
          <a:p>
            <a:r>
              <a:rPr lang="en-US" dirty="0"/>
              <a:t>    converted[is.na(converted)] &lt;- median(converted, na.rm = TRUE)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# Update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df</a:t>
            </a:r>
            <a:r>
              <a:rPr lang="en-US" dirty="0"/>
              <a:t>[[</a:t>
            </a:r>
            <a:r>
              <a:rPr lang="en-US" dirty="0" err="1"/>
              <a:t>column_name</a:t>
            </a:r>
            <a:r>
              <a:rPr lang="en-US" dirty="0"/>
              <a:t>]] &lt;- converted</a:t>
            </a:r>
          </a:p>
          <a:p>
            <a:r>
              <a:rPr lang="en-US" dirty="0"/>
              <a:t>  return(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# Usage example</a:t>
            </a:r>
          </a:p>
          <a:p>
            <a:r>
              <a:rPr lang="en-US" dirty="0" err="1"/>
              <a:t>dirty_df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</a:t>
            </a:r>
          </a:p>
          <a:p>
            <a:r>
              <a:rPr lang="en-US" dirty="0"/>
              <a:t>  id = 1:5,</a:t>
            </a:r>
          </a:p>
          <a:p>
            <a:r>
              <a:rPr lang="en-US" dirty="0"/>
              <a:t>  salary = c("50000", "NULL", "65000", "", "72000"),</a:t>
            </a:r>
          </a:p>
          <a:p>
            <a:r>
              <a:rPr lang="en-US" dirty="0"/>
              <a:t>  department = c("IT", "HR", "NULL", "Finance", "IT")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Clean the salary column</a:t>
            </a:r>
          </a:p>
          <a:p>
            <a:r>
              <a:rPr lang="en-US" dirty="0" err="1"/>
              <a:t>clean_df</a:t>
            </a:r>
            <a:r>
              <a:rPr lang="en-US" dirty="0"/>
              <a:t> &lt;- </a:t>
            </a:r>
            <a:r>
              <a:rPr lang="en-US" dirty="0" err="1"/>
              <a:t>clean_dataframe_column</a:t>
            </a:r>
            <a:r>
              <a:rPr lang="en-US" dirty="0"/>
              <a:t>(</a:t>
            </a:r>
            <a:r>
              <a:rPr lang="en-US" dirty="0" err="1"/>
              <a:t>dirty_df</a:t>
            </a:r>
            <a:r>
              <a:rPr lang="en-US" dirty="0"/>
              <a:t>, "salary")</a:t>
            </a:r>
          </a:p>
          <a:p>
            <a:r>
              <a:rPr lang="en-US" dirty="0"/>
              <a:t>print(</a:t>
            </a:r>
            <a:r>
              <a:rPr lang="en-US" dirty="0" err="1"/>
              <a:t>clean_df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5550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smtClean="0"/>
              <a:t>cars</a:t>
            </a:r>
            <a:r>
              <a:rPr lang="en-US" dirty="0"/>
              <a:t> data frame contains missing values in the </a:t>
            </a:r>
            <a:r>
              <a:rPr lang="en-US" dirty="0" smtClean="0"/>
              <a:t>Weight</a:t>
            </a:r>
            <a:r>
              <a:rPr lang="en-US" dirty="0"/>
              <a:t> variable. Write an R code snippet to perform </a:t>
            </a:r>
            <a:r>
              <a:rPr lang="en-US" b="1" dirty="0"/>
              <a:t>median imputation</a:t>
            </a:r>
            <a:r>
              <a:rPr lang="en-US" dirty="0"/>
              <a:t> for these missing values, </a:t>
            </a:r>
            <a:r>
              <a:rPr lang="en-US" b="1" dirty="0"/>
              <a:t>grouped by Country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is, replace each missing </a:t>
            </a:r>
            <a:r>
              <a:rPr lang="en-US" dirty="0" smtClean="0"/>
              <a:t>Weight</a:t>
            </a:r>
            <a:r>
              <a:rPr lang="en-US" dirty="0"/>
              <a:t> value with the median </a:t>
            </a:r>
            <a:r>
              <a:rPr lang="en-US" dirty="0" smtClean="0"/>
              <a:t>Weight</a:t>
            </a:r>
            <a:r>
              <a:rPr lang="en-US" dirty="0"/>
              <a:t> value of cars from the same country.</a:t>
            </a:r>
          </a:p>
        </p:txBody>
      </p:sp>
    </p:spTree>
    <p:extLst>
      <p:ext uri="{BB962C8B-B14F-4D97-AF65-F5344CB8AC3E}">
        <p14:creationId xmlns:p14="http://schemas.microsoft.com/office/powerpoint/2010/main" val="35496274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library</a:t>
            </a:r>
            <a:r>
              <a:rPr lang="en-US" dirty="0"/>
              <a:t>(</a:t>
            </a:r>
            <a:r>
              <a:rPr lang="en-US" dirty="0" err="1" smtClean="0"/>
              <a:t>dplyr</a:t>
            </a:r>
            <a:r>
              <a:rPr lang="en-US" dirty="0"/>
              <a:t>)</a:t>
            </a:r>
            <a:r>
              <a:rPr lang="en-US" dirty="0" smtClean="0"/>
              <a:t> </a:t>
            </a:r>
          </a:p>
          <a:p>
            <a:r>
              <a:rPr lang="en-US" dirty="0" smtClean="0"/>
              <a:t>cars </a:t>
            </a:r>
            <a:r>
              <a:rPr lang="en-US" dirty="0"/>
              <a:t>&lt;-</a:t>
            </a:r>
            <a:r>
              <a:rPr lang="en-US" dirty="0" smtClean="0"/>
              <a:t> cars </a:t>
            </a:r>
            <a:r>
              <a:rPr lang="en-US" dirty="0"/>
              <a:t>%&gt;%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group_by</a:t>
            </a:r>
            <a:r>
              <a:rPr lang="en-US" dirty="0" smtClean="0"/>
              <a:t>(Country</a:t>
            </a:r>
            <a:r>
              <a:rPr lang="en-US" dirty="0"/>
              <a:t>)</a:t>
            </a:r>
            <a:r>
              <a:rPr lang="en-US" dirty="0" smtClean="0"/>
              <a:t> </a:t>
            </a:r>
            <a:r>
              <a:rPr lang="en-US" dirty="0"/>
              <a:t>%&gt;%</a:t>
            </a:r>
            <a:r>
              <a:rPr lang="en-US" dirty="0" smtClean="0"/>
              <a:t> </a:t>
            </a:r>
          </a:p>
          <a:p>
            <a:r>
              <a:rPr lang="en-US" dirty="0" smtClean="0"/>
              <a:t>mutate(Weight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err="1" smtClean="0"/>
              <a:t>ifelse</a:t>
            </a:r>
            <a:r>
              <a:rPr lang="en-US" dirty="0"/>
              <a:t>(</a:t>
            </a:r>
            <a:r>
              <a:rPr lang="en-US" dirty="0" smtClean="0"/>
              <a:t>is.na</a:t>
            </a:r>
            <a:r>
              <a:rPr lang="en-US" dirty="0"/>
              <a:t>(</a:t>
            </a:r>
            <a:r>
              <a:rPr lang="en-US" dirty="0" smtClean="0"/>
              <a:t>Weight</a:t>
            </a:r>
            <a:r>
              <a:rPr lang="en-US" dirty="0"/>
              <a:t>),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 smtClean="0"/>
              <a:t>                    median(Weight</a:t>
            </a:r>
            <a:r>
              <a:rPr lang="en-US" dirty="0"/>
              <a:t>,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na.rm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/>
              <a:t>TRUE),</a:t>
            </a:r>
            <a:r>
              <a:rPr lang="en-US" dirty="0" smtClean="0"/>
              <a:t> Weight</a:t>
            </a:r>
            <a:r>
              <a:rPr lang="en-US" dirty="0"/>
              <a:t>))</a:t>
            </a:r>
            <a:r>
              <a:rPr lang="en-US" dirty="0" smtClean="0"/>
              <a:t> </a:t>
            </a:r>
            <a:r>
              <a:rPr lang="en-US" dirty="0"/>
              <a:t>%&gt;%</a:t>
            </a:r>
            <a:r>
              <a:rPr lang="en-US" dirty="0" smtClean="0"/>
              <a:t> ungroup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623760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 smtClean="0"/>
              <a:t>country_medians</a:t>
            </a:r>
            <a:r>
              <a:rPr lang="en-US" dirty="0" smtClean="0"/>
              <a:t> </a:t>
            </a:r>
            <a:r>
              <a:rPr lang="en-US" dirty="0"/>
              <a:t>&lt;-</a:t>
            </a:r>
            <a:r>
              <a:rPr lang="en-US" dirty="0" smtClean="0"/>
              <a:t> aggregate</a:t>
            </a:r>
            <a:r>
              <a:rPr lang="en-US" dirty="0"/>
              <a:t>(</a:t>
            </a:r>
            <a:r>
              <a:rPr lang="en-US" dirty="0" smtClean="0"/>
              <a:t>Weight </a:t>
            </a:r>
            <a:r>
              <a:rPr lang="en-US" dirty="0"/>
              <a:t>~</a:t>
            </a:r>
            <a:r>
              <a:rPr lang="en-US" dirty="0" smtClean="0"/>
              <a:t> Country</a:t>
            </a:r>
            <a:r>
              <a:rPr lang="en-US" dirty="0"/>
              <a:t>,</a:t>
            </a:r>
            <a:r>
              <a:rPr lang="en-US" dirty="0" smtClean="0"/>
              <a:t> data </a:t>
            </a:r>
            <a:r>
              <a:rPr lang="en-US" dirty="0"/>
              <a:t>=</a:t>
            </a:r>
            <a:r>
              <a:rPr lang="en-US" dirty="0" smtClean="0"/>
              <a:t> cars</a:t>
            </a:r>
            <a:r>
              <a:rPr lang="en-US" dirty="0"/>
              <a:t>,</a:t>
            </a:r>
            <a:r>
              <a:rPr lang="en-US" dirty="0" smtClean="0"/>
              <a:t> FUN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/>
              <a:t>function(</a:t>
            </a:r>
            <a:r>
              <a:rPr lang="en-US" dirty="0" smtClean="0"/>
              <a:t>x</a:t>
            </a:r>
            <a:r>
              <a:rPr lang="en-US" dirty="0"/>
              <a:t>)</a:t>
            </a:r>
            <a:r>
              <a:rPr lang="en-US" dirty="0" smtClean="0"/>
              <a:t> median</a:t>
            </a:r>
            <a:r>
              <a:rPr lang="en-US" dirty="0"/>
              <a:t>(</a:t>
            </a:r>
            <a:r>
              <a:rPr lang="en-US" dirty="0" smtClean="0"/>
              <a:t>x</a:t>
            </a:r>
            <a:r>
              <a:rPr lang="en-US" dirty="0"/>
              <a:t>,</a:t>
            </a:r>
            <a:r>
              <a:rPr lang="en-US" dirty="0" smtClean="0"/>
              <a:t> na.rm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/>
              <a:t>TRUE</a:t>
            </a:r>
            <a:r>
              <a:rPr lang="en-US" dirty="0" smtClean="0"/>
              <a:t>))</a:t>
            </a:r>
          </a:p>
          <a:p>
            <a:r>
              <a:rPr lang="en-US" dirty="0" smtClean="0"/>
              <a:t> </a:t>
            </a:r>
            <a:r>
              <a:rPr lang="en-US" i="1" dirty="0"/>
              <a:t># Replace missing </a:t>
            </a:r>
            <a:r>
              <a:rPr lang="en-US" i="1" dirty="0" smtClean="0"/>
              <a:t>values</a:t>
            </a:r>
          </a:p>
          <a:p>
            <a:r>
              <a:rPr lang="en-US" dirty="0" smtClean="0"/>
              <a:t> </a:t>
            </a:r>
            <a:r>
              <a:rPr lang="en-US" dirty="0"/>
              <a:t>for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smtClean="0"/>
              <a:t>i </a:t>
            </a:r>
            <a:r>
              <a:rPr lang="en-US" dirty="0"/>
              <a:t>in</a:t>
            </a:r>
            <a:r>
              <a:rPr lang="en-US" dirty="0" smtClean="0"/>
              <a:t> </a:t>
            </a:r>
            <a:r>
              <a:rPr lang="en-US" dirty="0"/>
              <a:t>1:</a:t>
            </a:r>
            <a:r>
              <a:rPr lang="en-US" dirty="0" smtClean="0"/>
              <a:t>nrow</a:t>
            </a:r>
            <a:r>
              <a:rPr lang="en-US" dirty="0"/>
              <a:t>(</a:t>
            </a:r>
            <a:r>
              <a:rPr lang="en-US" dirty="0" smtClean="0"/>
              <a:t>cars</a:t>
            </a:r>
            <a:r>
              <a:rPr lang="en-US" dirty="0"/>
              <a:t>))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 { </a:t>
            </a:r>
            <a:r>
              <a:rPr lang="en-US" dirty="0"/>
              <a:t>if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smtClean="0"/>
              <a:t>is.na</a:t>
            </a:r>
            <a:r>
              <a:rPr lang="en-US" dirty="0"/>
              <a:t>(</a:t>
            </a:r>
            <a:r>
              <a:rPr lang="en-US" dirty="0" err="1" smtClean="0"/>
              <a:t>cars</a:t>
            </a:r>
            <a:r>
              <a:rPr lang="en-US" dirty="0" err="1"/>
              <a:t>$</a:t>
            </a:r>
            <a:r>
              <a:rPr lang="en-US" dirty="0" err="1" smtClean="0"/>
              <a:t>Weight</a:t>
            </a:r>
            <a:r>
              <a:rPr lang="en-US" dirty="0"/>
              <a:t>[</a:t>
            </a:r>
            <a:r>
              <a:rPr lang="en-US" dirty="0" smtClean="0"/>
              <a:t>i]))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{</a:t>
            </a:r>
            <a:r>
              <a:rPr lang="en-US" dirty="0" smtClean="0"/>
              <a:t> </a:t>
            </a:r>
            <a:r>
              <a:rPr lang="en-US" dirty="0" err="1" smtClean="0"/>
              <a:t>country_val</a:t>
            </a:r>
            <a:r>
              <a:rPr lang="en-US" dirty="0" smtClean="0"/>
              <a:t> </a:t>
            </a:r>
            <a:r>
              <a:rPr lang="en-US" dirty="0"/>
              <a:t>&lt;-</a:t>
            </a:r>
            <a:r>
              <a:rPr lang="en-US" dirty="0" smtClean="0"/>
              <a:t> </a:t>
            </a:r>
            <a:r>
              <a:rPr lang="en-US" dirty="0" err="1" smtClean="0"/>
              <a:t>cars</a:t>
            </a:r>
            <a:r>
              <a:rPr lang="en-US" dirty="0" err="1"/>
              <a:t>$</a:t>
            </a:r>
            <a:r>
              <a:rPr lang="en-US" dirty="0" err="1" smtClean="0"/>
              <a:t>Country</a:t>
            </a:r>
            <a:r>
              <a:rPr lang="en-US" dirty="0"/>
              <a:t>[</a:t>
            </a:r>
            <a:r>
              <a:rPr lang="en-US" dirty="0" smtClean="0"/>
              <a:t>i</a:t>
            </a:r>
            <a:r>
              <a:rPr lang="en-US" dirty="0"/>
              <a:t>]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median_val</a:t>
            </a:r>
            <a:r>
              <a:rPr lang="en-US" dirty="0" smtClean="0"/>
              <a:t> </a:t>
            </a:r>
            <a:r>
              <a:rPr lang="en-US" dirty="0"/>
              <a:t>&lt;-</a:t>
            </a:r>
            <a:r>
              <a:rPr lang="en-US" dirty="0" smtClean="0"/>
              <a:t> </a:t>
            </a:r>
            <a:r>
              <a:rPr lang="en-US" b="1" dirty="0" err="1" smtClean="0"/>
              <a:t>country_medians</a:t>
            </a:r>
            <a:r>
              <a:rPr lang="en-US" b="1" dirty="0" err="1"/>
              <a:t>$</a:t>
            </a:r>
            <a:r>
              <a:rPr lang="en-US" b="1" dirty="0" err="1" smtClean="0"/>
              <a:t>Weight</a:t>
            </a:r>
            <a:r>
              <a:rPr lang="en-US" dirty="0"/>
              <a:t>[</a:t>
            </a:r>
            <a:r>
              <a:rPr lang="en-US" dirty="0" err="1" smtClean="0"/>
              <a:t>country_medians</a:t>
            </a:r>
            <a:r>
              <a:rPr lang="en-US" dirty="0" err="1"/>
              <a:t>$</a:t>
            </a:r>
            <a:r>
              <a:rPr lang="en-US" dirty="0" err="1" smtClean="0"/>
              <a:t>Country</a:t>
            </a:r>
            <a:r>
              <a:rPr lang="en-US" dirty="0" smtClean="0"/>
              <a:t> </a:t>
            </a:r>
            <a:r>
              <a:rPr lang="en-US" dirty="0"/>
              <a:t>==</a:t>
            </a:r>
            <a:r>
              <a:rPr lang="en-US" dirty="0" smtClean="0"/>
              <a:t> </a:t>
            </a:r>
            <a:r>
              <a:rPr lang="en-US" dirty="0" err="1" smtClean="0"/>
              <a:t>country_val</a:t>
            </a:r>
            <a:r>
              <a:rPr lang="en-US" dirty="0"/>
              <a:t>]</a:t>
            </a:r>
            <a:r>
              <a:rPr lang="en-US" dirty="0" smtClean="0"/>
              <a:t>  </a:t>
            </a:r>
          </a:p>
          <a:p>
            <a:r>
              <a:rPr lang="en-US" dirty="0" err="1" smtClean="0"/>
              <a:t>cars$Weight</a:t>
            </a:r>
            <a:r>
              <a:rPr lang="en-US" dirty="0" smtClean="0"/>
              <a:t>[i</a:t>
            </a:r>
            <a:r>
              <a:rPr lang="en-US" dirty="0"/>
              <a:t>]</a:t>
            </a:r>
            <a:r>
              <a:rPr lang="en-US" dirty="0" smtClean="0"/>
              <a:t> </a:t>
            </a:r>
            <a:r>
              <a:rPr lang="en-US" dirty="0"/>
              <a:t>&lt;-</a:t>
            </a:r>
            <a:r>
              <a:rPr lang="en-US" dirty="0" smtClean="0"/>
              <a:t> </a:t>
            </a:r>
            <a:r>
              <a:rPr lang="en-US" dirty="0" err="1" smtClean="0"/>
              <a:t>median_val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/>
              <a:t>}</a:t>
            </a:r>
            <a:r>
              <a:rPr lang="en-US" dirty="0" smtClean="0"/>
              <a:t> </a:t>
            </a:r>
          </a:p>
          <a:p>
            <a:r>
              <a:rPr lang="en-US" dirty="0" smtClean="0"/>
              <a:t>}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630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3461</Words>
  <Application>Microsoft Office PowerPoint</Application>
  <PresentationFormat>On-screen Show (4:3)</PresentationFormat>
  <Paragraphs>655</Paragraphs>
  <Slides>81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2" baseType="lpstr">
      <vt:lpstr>Office Theme</vt:lpstr>
      <vt:lpstr>UNIT 3</vt:lpstr>
      <vt:lpstr>Handling Missing Values </vt:lpstr>
      <vt:lpstr>To get this</vt:lpstr>
      <vt:lpstr>To get the birds eye view of the missing data</vt:lpstr>
      <vt:lpstr>PowerPoint Presentation</vt:lpstr>
      <vt:lpstr>To check if the missing values in one variable is realted to missing values in other variables – checking is missingness is random or not</vt:lpstr>
      <vt:lpstr>PowerPoint Presentation</vt:lpstr>
      <vt:lpstr> What This Process Represents </vt:lpstr>
      <vt:lpstr>A. Visualizing Missingness Patterns (naniar) This helps see if missing values in one column correlate with values in another.  </vt:lpstr>
      <vt:lpstr>PowerPoint Presentation</vt:lpstr>
      <vt:lpstr>PowerPoint Presentation</vt:lpstr>
      <vt:lpstr>SIMPLE IMPUTATION (Single Value Replacement) </vt:lpstr>
      <vt:lpstr>PowerPoint Presentation</vt:lpstr>
      <vt:lpstr>Multiple Imputation</vt:lpstr>
      <vt:lpstr>PowerPoint Presentation</vt:lpstr>
      <vt:lpstr>Step 1: Build a Prediction Model </vt:lpstr>
      <vt:lpstr>Step1:ANALYZE 7 COMPLETE CASES </vt:lpstr>
      <vt:lpstr>1.2 Calculate σ²: </vt:lpstr>
      <vt:lpstr>STEP 2: CREATE M=3 DATASETS </vt:lpstr>
      <vt:lpstr>DATASET 1 CREATION: </vt:lpstr>
      <vt:lpstr>Step 2: The First Imputation - Adding Proper Uncertainty </vt:lpstr>
      <vt:lpstr>PowerPoint Presentation</vt:lpstr>
      <vt:lpstr>A 95% confidence interval (CI) is a range of values that is estimated to contain the true population parameter (like a mean, proportion, or regression coefficient) with 95% probability, based on a sample from that population.</vt:lpstr>
      <vt:lpstr>PowerPoint Presentation</vt:lpstr>
      <vt:lpstr>random error</vt:lpstr>
      <vt:lpstr>STEP 2: THE DISTRIBUTION OF σ² </vt:lpstr>
      <vt:lpstr>PowerPoint Presentation</vt:lpstr>
      <vt:lpstr>PowerPoint Presentation</vt:lpstr>
      <vt:lpstr>PowerPoint Presentation</vt:lpstr>
      <vt:lpstr>To find variance for m sets </vt:lpstr>
      <vt:lpstr>PowerPoint Presentation</vt:lpstr>
      <vt:lpstr>PowerPoint Presentation</vt:lpstr>
      <vt:lpstr>Calculate imputed value:</vt:lpstr>
      <vt:lpstr>PowerPoint Presentation</vt:lpstr>
      <vt:lpstr>PowerPoint Presentation</vt:lpstr>
      <vt:lpstr>PowerPoint Presentation</vt:lpstr>
      <vt:lpstr>Pooling in Multiple Imputation: The Why and How </vt:lpstr>
      <vt:lpstr>Step 1: Gather Results from All Datasets </vt:lpstr>
      <vt:lpstr>PowerPoint Presentation</vt:lpstr>
      <vt:lpstr>Step 2: Apply Rubin's Rules for Each Parameter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95% CI Calculation for Each Parameter </vt:lpstr>
      <vt:lpstr>PowerPoint Presentation</vt:lpstr>
      <vt:lpstr>3. WIND Pooling </vt:lpstr>
      <vt:lpstr>PowerPoint Presentation</vt:lpstr>
      <vt:lpstr>TEMP Pooling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the pooled model?</vt:lpstr>
      <vt:lpstr>Final pooled model evalution from imputed dataset</vt:lpstr>
      <vt:lpstr>PowerPoint Presentation</vt:lpstr>
      <vt:lpstr>Handling Multiple Missing Variables Simultaneously </vt:lpstr>
      <vt:lpstr>Exercise</vt:lpstr>
      <vt:lpstr>Handle NA</vt:lpstr>
      <vt:lpstr>How to Identify NA Values </vt:lpstr>
      <vt:lpstr>Filling NA Values </vt:lpstr>
      <vt:lpstr>Deleting NA Values </vt:lpstr>
      <vt:lpstr>PowerPoint Presentation</vt:lpstr>
      <vt:lpstr>To drop columns with a high proportion of null or missing values (above a specific threshold) in R</vt:lpstr>
      <vt:lpstr>Imputing Missing Data (Filling In)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</dc:title>
  <dc:creator>admin</dc:creator>
  <cp:lastModifiedBy>admin</cp:lastModifiedBy>
  <cp:revision>63</cp:revision>
  <dcterms:created xsi:type="dcterms:W3CDTF">2026-01-22T05:37:46Z</dcterms:created>
  <dcterms:modified xsi:type="dcterms:W3CDTF">2026-02-03T16:54:04Z</dcterms:modified>
</cp:coreProperties>
</file>